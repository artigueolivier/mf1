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84967"/>
  </p:normalViewPr>
  <p:slideViewPr>
    <p:cSldViewPr snapToGrid="0">
      <p:cViewPr varScale="1">
        <p:scale>
          <a:sx n="82" d="100"/>
          <a:sy n="82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61FFD-40AA-5C4C-9980-E99720D2E9B3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B71B7-5211-2B41-BD96-CBFFC54010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53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FB71B7-5211-2B41-BD96-CBFFC54010A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18/01/2026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109600A-93DD-1FEE-F592-1F036BE5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33273"/>
              </p:ext>
            </p:extLst>
          </p:nvPr>
        </p:nvGraphicFramePr>
        <p:xfrm>
          <a:off x="7625784" y="728350"/>
          <a:ext cx="4321383" cy="5954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579">
                  <a:extLst>
                    <a:ext uri="{9D8B030D-6E8A-4147-A177-3AD203B41FA5}">
                      <a16:colId xmlns:a16="http://schemas.microsoft.com/office/drawing/2014/main" val="1224792426"/>
                    </a:ext>
                  </a:extLst>
                </a:gridCol>
                <a:gridCol w="1945999">
                  <a:extLst>
                    <a:ext uri="{9D8B030D-6E8A-4147-A177-3AD203B41FA5}">
                      <a16:colId xmlns:a16="http://schemas.microsoft.com/office/drawing/2014/main" val="348916069"/>
                    </a:ext>
                  </a:extLst>
                </a:gridCol>
                <a:gridCol w="1590805">
                  <a:extLst>
                    <a:ext uri="{9D8B030D-6E8A-4147-A177-3AD203B41FA5}">
                      <a16:colId xmlns:a16="http://schemas.microsoft.com/office/drawing/2014/main" val="1524678273"/>
                    </a:ext>
                  </a:extLst>
                </a:gridCol>
              </a:tblGrid>
              <a:tr h="42135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Jour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Jour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9806"/>
                  </a:ext>
                </a:extLst>
              </a:tr>
              <a:tr h="316013">
                <a:tc>
                  <a:txBody>
                    <a:bodyPr/>
                    <a:lstStyle/>
                    <a:p>
                      <a:r>
                        <a:rPr lang="fr-FR" sz="1200" dirty="0"/>
                        <a:t>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Petit 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Petit déjeuner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87163"/>
                  </a:ext>
                </a:extLst>
              </a:tr>
              <a:tr h="2066983">
                <a:tc>
                  <a:txBody>
                    <a:bodyPr/>
                    <a:lstStyle/>
                    <a:p>
                      <a:r>
                        <a:rPr lang="fr-FR" sz="1200" dirty="0"/>
                        <a:t>9h00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1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25m – Site 1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/>
                        </a:solidFill>
                      </a:endParaRPr>
                    </a:p>
                    <a:p>
                      <a:r>
                        <a:rPr lang="fr-FR" sz="1200" dirty="0"/>
                        <a:t>DTMR</a:t>
                      </a:r>
                    </a:p>
                    <a:p>
                      <a:r>
                        <a:rPr lang="fr-FR" sz="1200" dirty="0"/>
                        <a:t>Evaluation</a:t>
                      </a:r>
                    </a:p>
                    <a:p>
                      <a:r>
                        <a:rPr lang="fr-FR" sz="1200" dirty="0"/>
                        <a:t>initiale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3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25m – Site 3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/>
                        </a:solidFill>
                      </a:endParaRPr>
                    </a:p>
                    <a:p>
                      <a:pPr algn="l"/>
                      <a:r>
                        <a:rPr lang="fr-FR" sz="1200" dirty="0"/>
                        <a:t>DTMR</a:t>
                      </a:r>
                    </a:p>
                    <a:p>
                      <a:pPr algn="l"/>
                      <a:r>
                        <a:rPr lang="fr-FR" sz="1200" dirty="0"/>
                        <a:t>maitrise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336253"/>
                  </a:ext>
                </a:extLst>
              </a:tr>
              <a:tr h="316013">
                <a:tc>
                  <a:txBody>
                    <a:bodyPr/>
                    <a:lstStyle/>
                    <a:p>
                      <a:r>
                        <a:rPr lang="fr-FR" sz="1200" dirty="0"/>
                        <a:t>12h00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465631"/>
                  </a:ext>
                </a:extLst>
              </a:tr>
              <a:tr h="2085902">
                <a:tc>
                  <a:txBody>
                    <a:bodyPr/>
                    <a:lstStyle/>
                    <a:p>
                      <a:r>
                        <a:rPr lang="fr-FR" sz="1200" dirty="0"/>
                        <a:t>14h30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2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/>
                          </a:solidFill>
                        </a:rPr>
                        <a:t>25m – Site 2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/>
                        </a:solidFill>
                      </a:endParaRPr>
                    </a:p>
                    <a:p>
                      <a:r>
                        <a:rPr lang="fr-FR" sz="1200" dirty="0"/>
                        <a:t>DTMR</a:t>
                      </a:r>
                    </a:p>
                    <a:p>
                      <a:r>
                        <a:rPr lang="fr-FR" sz="1200" dirty="0"/>
                        <a:t>perfectionnement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Plongée 4</a:t>
                      </a:r>
                    </a:p>
                    <a:p>
                      <a:pPr algn="ctr"/>
                      <a:r>
                        <a:rPr lang="fr-FR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25m – Site 4</a:t>
                      </a:r>
                    </a:p>
                    <a:p>
                      <a:pPr algn="ctr"/>
                      <a:endParaRPr lang="fr-FR" sz="12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r>
                        <a:rPr lang="fr-FR" sz="1200" dirty="0"/>
                        <a:t>DTMR</a:t>
                      </a:r>
                    </a:p>
                    <a:p>
                      <a:pPr algn="l"/>
                      <a:r>
                        <a:rPr lang="fr-FR" sz="1200" dirty="0"/>
                        <a:t>Evaluation finale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0527"/>
                  </a:ext>
                </a:extLst>
              </a:tr>
              <a:tr h="373954">
                <a:tc>
                  <a:txBody>
                    <a:bodyPr/>
                    <a:lstStyle/>
                    <a:p>
                      <a:r>
                        <a:rPr lang="fr-FR" sz="1200" dirty="0"/>
                        <a:t>17h30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Debrief moniteurs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40843"/>
                  </a:ext>
                </a:extLst>
              </a:tr>
              <a:tr h="373954">
                <a:tc>
                  <a:txBody>
                    <a:bodyPr/>
                    <a:lstStyle/>
                    <a:p>
                      <a:r>
                        <a:rPr lang="fr-FR" sz="1200" dirty="0"/>
                        <a:t>19h30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Repas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Retour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839430"/>
                  </a:ext>
                </a:extLst>
              </a:tr>
            </a:tbl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5D0E774A-3B90-136A-9BC6-60A604DD09CB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Stage de 2 jours en mer  pour </a:t>
            </a:r>
            <a:r>
              <a:rPr lang="fr-FR" dirty="0" err="1"/>
              <a:t>prepa</a:t>
            </a:r>
            <a:r>
              <a:rPr lang="fr-FR" dirty="0"/>
              <a:t> GP N4 en fin de formation, préparation à l’épreuve de DTMR de 25m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B42E386-3486-54DD-0A6F-D435B0D2EA6C}"/>
              </a:ext>
            </a:extLst>
          </p:cNvPr>
          <p:cNvSpPr txBox="1"/>
          <p:nvPr/>
        </p:nvSpPr>
        <p:spPr>
          <a:xfrm>
            <a:off x="126422" y="2487973"/>
            <a:ext cx="5007707" cy="233910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DTMR de 25m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Départ pleine eau 25m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Vitesse de remontée constante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10-12m / minute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Arrêt entre 3 et 5m avec 360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Sortie du parachute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Gestion de la désaturation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Au moins 1min à 3m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Fin épreuve en surface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B4EF9CB-F7F5-A7BB-D648-48AF30ED95AA}"/>
              </a:ext>
            </a:extLst>
          </p:cNvPr>
          <p:cNvSpPr txBox="1"/>
          <p:nvPr/>
        </p:nvSpPr>
        <p:spPr>
          <a:xfrm>
            <a:off x="134342" y="497176"/>
            <a:ext cx="5026593" cy="18466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3 Prépa GP N4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Adultes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En fin de 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Sortie en mer récente pour l’IPD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Moniteurs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2 E3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E7B5AC-0DED-5B02-25D4-022D6D95079E}"/>
              </a:ext>
            </a:extLst>
          </p:cNvPr>
          <p:cNvSpPr txBox="1"/>
          <p:nvPr/>
        </p:nvSpPr>
        <p:spPr>
          <a:xfrm>
            <a:off x="152467" y="4928163"/>
            <a:ext cx="4981662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Palanquées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Composition adaptée pour chaque plongée</a:t>
            </a:r>
          </a:p>
          <a:p>
            <a:r>
              <a:rPr lang="fr-FR" dirty="0"/>
              <a:t>Sécurité / Préconisation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3 remontées maximum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Protocole suite à plongées yoyo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5min à ½, 1min à 6m et 5 min à 3m</a:t>
            </a:r>
          </a:p>
        </p:txBody>
      </p:sp>
    </p:spTree>
    <p:extLst>
      <p:ext uri="{BB962C8B-B14F-4D97-AF65-F5344CB8AC3E}">
        <p14:creationId xmlns:p14="http://schemas.microsoft.com/office/powerpoint/2010/main" val="246993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B5E1135-1A42-DEEE-75B4-E14BCE869EA9}"/>
              </a:ext>
            </a:extLst>
          </p:cNvPr>
          <p:cNvSpPr txBox="1"/>
          <p:nvPr/>
        </p:nvSpPr>
        <p:spPr>
          <a:xfrm>
            <a:off x="128229" y="736358"/>
            <a:ext cx="5195334" cy="45550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Présentation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Séjour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2 jours sur place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3 jours avec le voyage de la veille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En mer méditerranée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Bateau: Barge avec deux échelles à l’arrière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Objet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Préparation à l’épreuve de DTMR de 25m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Pour 3 prépa GP N4 (fin de formation)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Lieu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Hôtel,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5 min bateau / club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Repas: hôtel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Train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Voiture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Ma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E3 / DP du séjour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6831BEB-1731-45C3-3685-3825998EEE89}"/>
              </a:ext>
            </a:extLst>
          </p:cNvPr>
          <p:cNvSpPr txBox="1"/>
          <p:nvPr/>
        </p:nvSpPr>
        <p:spPr>
          <a:xfrm>
            <a:off x="5936541" y="736358"/>
            <a:ext cx="2309350" cy="40626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Présentation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Séjour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Objet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Lieu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Déroulement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Vendredi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Voyage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Accueil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Matériel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Samedi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Dimanche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Formation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retour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FFD4C0-0A88-3D88-3DFE-D637ADE0466F}"/>
              </a:ext>
            </a:extLst>
          </p:cNvPr>
          <p:cNvSpPr txBox="1"/>
          <p:nvPr/>
        </p:nvSpPr>
        <p:spPr>
          <a:xfrm>
            <a:off x="0" y="4690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Informations diverses non écrites</a:t>
            </a:r>
          </a:p>
        </p:txBody>
      </p:sp>
    </p:spTree>
    <p:extLst>
      <p:ext uri="{BB962C8B-B14F-4D97-AF65-F5344CB8AC3E}">
        <p14:creationId xmlns:p14="http://schemas.microsoft.com/office/powerpoint/2010/main" val="18762600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11273</TotalTime>
  <Words>245</Words>
  <Application>Microsoft Macintosh PowerPoint</Application>
  <PresentationFormat>Grand écran</PresentationFormat>
  <Paragraphs>95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35</cp:revision>
  <dcterms:created xsi:type="dcterms:W3CDTF">2025-09-29T11:28:50Z</dcterms:created>
  <dcterms:modified xsi:type="dcterms:W3CDTF">2026-01-18T18:02:09Z</dcterms:modified>
</cp:coreProperties>
</file>
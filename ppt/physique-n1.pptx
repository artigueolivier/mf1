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88"/>
  </p:normalViewPr>
  <p:slideViewPr>
    <p:cSldViewPr snapToGrid="0">
      <p:cViewPr varScale="1">
        <p:scale>
          <a:sx n="159" d="100"/>
          <a:sy n="159" d="100"/>
        </p:scale>
        <p:origin x="19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1C578-4EBE-9F42-9B61-68ECCE33BC7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5F0D7-60DF-9047-B882-9FA556C42C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0371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5F0D7-60DF-9047-B882-9FA556C42CF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305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5F0D7-60DF-9047-B882-9FA556C42CF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505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52B008-7F96-32CE-F65A-ED2065593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B11BA3-FA51-A049-2BAA-30D8CBFBF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63A3F3-63DE-6A88-DF8C-EB672142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153875-B1FA-551C-6430-67358BEE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5239D0-B844-6DF7-F3EF-45C91E40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044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49A077-AA67-142D-C545-28FB64F21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69376B-69CB-4218-B050-7EF1D9B61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37882F-7FB2-2A38-0512-46546288C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858922-A9EF-FA4E-D8A6-C7C8F9C1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0083A7-04BD-2072-C17D-41A2629E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58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C213F-F44E-AF50-5D96-3EBBF17B0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563DB3-9858-4591-6F97-D7DB95EB8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910F73-14B8-3E75-003A-E7DC6792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D155D4-3155-44F0-31CA-E2F707C6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61099C-DDAB-02EC-196B-00F5F870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6295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4A954-067C-E54A-5A23-687C3451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A3F32F-41F3-A174-2DAB-EB3169320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FD35BE0-C65F-FC56-DA96-BBB9498D2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5D20A8-D9B9-BE24-6402-37278A8D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1033429-6AAE-AC98-EDA4-D09A30377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04F4F5-8C73-DE6B-FD9F-42CCB5CD3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699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9704E-2D9E-4023-05E0-B2D013E27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2039B7-C634-E5A8-A263-8F9BCBD1B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3E6A60-D798-A63E-EBDF-F4956F6FF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895E375-409E-D45F-89EA-B3A2D6439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3F3031C-9413-290C-54D0-770E419C5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FB918A-27FF-43D1-50E6-7B5D7105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7B1881A-38DD-116F-5225-CEEDF0C8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53F79A-F293-F2D0-E9B2-F0B07C4AC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435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D92FE4-3183-7463-EBF6-1289AFC3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A403B10-9AB5-F544-71EC-A379B8AE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74A361-6EFE-6CFE-3CFD-09038512D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9E1643-38F4-2505-0045-672DE0E8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200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FE6C4E4-10A1-F8F8-1ACF-70439BF63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E32C35F-9E23-05DF-8623-74BB8224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50227E-749D-216D-EE03-3D2FBBC1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79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70A57-BDAF-0112-B54E-71909F85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39933A-E339-6248-0B03-4455E0F9C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41BDE2-B660-B8BB-6E58-3A8C2CCA5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C3571A-4216-D178-7D06-54B3C8D1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F3E5CD-F197-2E69-4C87-F77FDED0E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628E57-28EB-C2D6-25CF-09A7BB2D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55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76128-8D78-12C3-E9EE-5CEA6BAB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575EA7-7187-936C-8E60-6B968877B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4443B3-5F08-75ED-CDC1-19A328E83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882F058-6920-DCAB-F329-D8F3EE9A8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1E8F80-02F2-5EF9-3161-EEE52C0BC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1578CA-0A5D-DB2A-251B-D967BF261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866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283F36-96BA-0784-D99A-AD01CA9E3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7FAC0A1-803F-4CFD-9F46-0D61516F1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4CF39F-78BB-C876-88E3-7DAC845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3D96F6-88D4-E8B6-2AD3-74F9A5D6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253B93-63DE-6775-573B-30CE5A78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44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139E167-67BB-5FD3-076E-4AA80E140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35E4D1-ED04-A6C9-7C02-CE43E59C8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40A9D3-A131-2296-9F8F-843731EE6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990A87-E7DB-0E3C-954C-044F372D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C87085-2CC3-33A4-0F33-EC9D1544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912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EDDA11B-9B67-B759-3689-DDDE906E1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70E767-9EC3-AA1B-81DA-C06A330AB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2B7AA6-C5E1-EAA9-BE6A-07C3F0885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9A10E-3366-7B43-B5E8-A9B8F5A029DE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7DD5B0-FD1B-D641-9010-59B470723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5EAC09-1069-BA01-3789-A483C6D0B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396BB-C03D-CB4E-8D59-C1729F39BA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57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48B350-5649-B14D-FAA0-FB69B06BD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9410" y="288825"/>
            <a:ext cx="9144000" cy="1064783"/>
          </a:xfrm>
        </p:spPr>
        <p:txBody>
          <a:bodyPr/>
          <a:lstStyle/>
          <a:p>
            <a:r>
              <a:rPr lang="fr-FR" dirty="0"/>
              <a:t>Que se passe-t-il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9648C07-5199-58E9-9E06-31D60D427CFB}"/>
              </a:ext>
            </a:extLst>
          </p:cNvPr>
          <p:cNvSpPr txBox="1"/>
          <p:nvPr/>
        </p:nvSpPr>
        <p:spPr>
          <a:xfrm>
            <a:off x="160151" y="6334947"/>
            <a:ext cx="7647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les notions simples de physique pour des plongeurs en formation N1 (PE20)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F9693E3-997C-4A6D-555F-54861E206C25}"/>
              </a:ext>
            </a:extLst>
          </p:cNvPr>
          <p:cNvSpPr txBox="1"/>
          <p:nvPr/>
        </p:nvSpPr>
        <p:spPr>
          <a:xfrm>
            <a:off x="1864804" y="2828835"/>
            <a:ext cx="82070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C’est le monde à l’envers le mec de 80 kg est plus léger qu’un kilo de plomb…..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Pourquoi on me met la pression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Il vient d’où ce bruit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Il ne serait pas un peu gros ce poisson ?</a:t>
            </a:r>
          </a:p>
        </p:txBody>
      </p:sp>
    </p:spTree>
    <p:extLst>
      <p:ext uri="{BB962C8B-B14F-4D97-AF65-F5344CB8AC3E}">
        <p14:creationId xmlns:p14="http://schemas.microsoft.com/office/powerpoint/2010/main" val="201931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7A5BFE-8450-D870-7F4D-99E027D0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31977"/>
          </a:xfrm>
        </p:spPr>
        <p:txBody>
          <a:bodyPr/>
          <a:lstStyle/>
          <a:p>
            <a:pPr algn="ctr"/>
            <a:r>
              <a:rPr lang="fr-FR" dirty="0"/>
              <a:t>Le poids et la plongée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1EB48F8-3D44-F90E-8F0F-5B7EB5442708}"/>
              </a:ext>
            </a:extLst>
          </p:cNvPr>
          <p:cNvSpPr txBox="1"/>
          <p:nvPr/>
        </p:nvSpPr>
        <p:spPr>
          <a:xfrm>
            <a:off x="456996" y="839351"/>
            <a:ext cx="11061235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Pourquoi un plongeur de 80 kg avec une combinaison flotte alors que un plomb d’un 1kg coule ? Il est pourtant plus léger que le plongeur 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D68D41-AEBE-44A2-4BA9-4FD9F0470843}"/>
              </a:ext>
            </a:extLst>
          </p:cNvPr>
          <p:cNvSpPr/>
          <p:nvPr/>
        </p:nvSpPr>
        <p:spPr>
          <a:xfrm>
            <a:off x="320842" y="2369546"/>
            <a:ext cx="6777790" cy="352697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Eau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DDBB11-4060-03E3-D537-4973F8A71E20}"/>
              </a:ext>
            </a:extLst>
          </p:cNvPr>
          <p:cNvSpPr/>
          <p:nvPr/>
        </p:nvSpPr>
        <p:spPr>
          <a:xfrm>
            <a:off x="755597" y="3857051"/>
            <a:ext cx="530198" cy="5378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1kg</a:t>
            </a:r>
          </a:p>
        </p:txBody>
      </p:sp>
      <p:sp>
        <p:nvSpPr>
          <p:cNvPr id="9" name="Flèche vers le bas 8">
            <a:extLst>
              <a:ext uri="{FF2B5EF4-FFF2-40B4-BE49-F238E27FC236}">
                <a16:creationId xmlns:a16="http://schemas.microsoft.com/office/drawing/2014/main" id="{C165BA4F-08CD-1E0E-B84F-971FCDD3B73F}"/>
              </a:ext>
            </a:extLst>
          </p:cNvPr>
          <p:cNvSpPr/>
          <p:nvPr/>
        </p:nvSpPr>
        <p:spPr>
          <a:xfrm>
            <a:off x="923432" y="4482965"/>
            <a:ext cx="194528" cy="906379"/>
          </a:xfrm>
          <a:prstGeom prst="downArrow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173ABB4-B473-7503-218D-A179A88096D2}"/>
              </a:ext>
            </a:extLst>
          </p:cNvPr>
          <p:cNvSpPr txBox="1"/>
          <p:nvPr/>
        </p:nvSpPr>
        <p:spPr>
          <a:xfrm>
            <a:off x="44081" y="6531968"/>
            <a:ext cx="11983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Note interne =&gt; Quels chiffres de densité: Eau: 1, Plomb: 11, Or: 19,  Graisse 0.91, Muscle: 1.06 (pas écrit)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BAB5FB-2FC2-E74A-D22A-5A32EB8BDB33}"/>
              </a:ext>
            </a:extLst>
          </p:cNvPr>
          <p:cNvSpPr/>
          <p:nvPr/>
        </p:nvSpPr>
        <p:spPr>
          <a:xfrm>
            <a:off x="3810000" y="1789505"/>
            <a:ext cx="529389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5CABA8-1B68-69B7-5F89-8E95AEBFA6E0}"/>
              </a:ext>
            </a:extLst>
          </p:cNvPr>
          <p:cNvSpPr/>
          <p:nvPr/>
        </p:nvSpPr>
        <p:spPr>
          <a:xfrm>
            <a:off x="3810000" y="2362506"/>
            <a:ext cx="529389" cy="64006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D5DB89-C860-4B22-E908-B8A10839EE82}"/>
              </a:ext>
            </a:extLst>
          </p:cNvPr>
          <p:cNvSpPr/>
          <p:nvPr/>
        </p:nvSpPr>
        <p:spPr>
          <a:xfrm>
            <a:off x="4824627" y="1989194"/>
            <a:ext cx="529389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1.5</a:t>
            </a:r>
          </a:p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3AA960-51BE-0672-FB71-DC56F62A96E4}"/>
              </a:ext>
            </a:extLst>
          </p:cNvPr>
          <p:cNvSpPr/>
          <p:nvPr/>
        </p:nvSpPr>
        <p:spPr>
          <a:xfrm>
            <a:off x="4824628" y="3415420"/>
            <a:ext cx="530198" cy="5378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1kg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68E1F3-FB40-358F-54C2-96002A50CBC1}"/>
              </a:ext>
            </a:extLst>
          </p:cNvPr>
          <p:cNvSpPr/>
          <p:nvPr/>
        </p:nvSpPr>
        <p:spPr>
          <a:xfrm>
            <a:off x="6027786" y="2734103"/>
            <a:ext cx="529389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1.5l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F679E0-43C4-BE84-53B0-B6453ED1A89B}"/>
              </a:ext>
            </a:extLst>
          </p:cNvPr>
          <p:cNvSpPr/>
          <p:nvPr/>
        </p:nvSpPr>
        <p:spPr>
          <a:xfrm>
            <a:off x="6027786" y="4140347"/>
            <a:ext cx="530198" cy="5378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2kg</a:t>
            </a:r>
          </a:p>
        </p:txBody>
      </p:sp>
      <p:sp>
        <p:nvSpPr>
          <p:cNvPr id="17" name="Flèche vers le bas 16">
            <a:extLst>
              <a:ext uri="{FF2B5EF4-FFF2-40B4-BE49-F238E27FC236}">
                <a16:creationId xmlns:a16="http://schemas.microsoft.com/office/drawing/2014/main" id="{88338D53-A597-E522-105B-7029B1C1E95B}"/>
              </a:ext>
            </a:extLst>
          </p:cNvPr>
          <p:cNvSpPr/>
          <p:nvPr/>
        </p:nvSpPr>
        <p:spPr>
          <a:xfrm>
            <a:off x="6195216" y="4856446"/>
            <a:ext cx="194528" cy="906379"/>
          </a:xfrm>
          <a:prstGeom prst="downArrow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FA4ECCC-EACF-5D7E-5E91-52E81C1A5E37}"/>
              </a:ext>
            </a:extLst>
          </p:cNvPr>
          <p:cNvSpPr txBox="1"/>
          <p:nvPr/>
        </p:nvSpPr>
        <p:spPr>
          <a:xfrm>
            <a:off x="3782826" y="189134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1.5l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A69D1FC-36A7-7F7D-091F-9F126A9E39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5089322" y="3208394"/>
            <a:ext cx="405" cy="207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AD6578E-4642-4997-E728-E4637F7D6993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6292480" y="3953303"/>
            <a:ext cx="1" cy="1798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401BC97C-516B-9AB1-5C7F-2CD10A3531AE}"/>
              </a:ext>
            </a:extLst>
          </p:cNvPr>
          <p:cNvSpPr txBox="1"/>
          <p:nvPr/>
        </p:nvSpPr>
        <p:spPr>
          <a:xfrm>
            <a:off x="7549271" y="2369546"/>
            <a:ext cx="4128694" cy="1107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Expérience du jour</a:t>
            </a:r>
          </a:p>
          <a:p>
            <a:r>
              <a:rPr lang="fr-FR" sz="1600" dirty="0"/>
              <a:t>Une bouteille en plastique va être plombée…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Que va-t-il se passer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Pourquoi ?</a:t>
            </a:r>
          </a:p>
        </p:txBody>
      </p:sp>
    </p:spTree>
    <p:extLst>
      <p:ext uri="{BB962C8B-B14F-4D97-AF65-F5344CB8AC3E}">
        <p14:creationId xmlns:p14="http://schemas.microsoft.com/office/powerpoint/2010/main" val="396693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877D-CCC1-59F9-31AB-2A09A9A3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52664-D4AE-E777-27F5-538C80EE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31977"/>
          </a:xfrm>
        </p:spPr>
        <p:txBody>
          <a:bodyPr/>
          <a:lstStyle/>
          <a:p>
            <a:pPr algn="ctr"/>
            <a:r>
              <a:rPr lang="fr-FR" dirty="0"/>
              <a:t>Le poids et la plongée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D9D520A-49F1-BB77-63D3-DDE8EB2A9A6C}"/>
              </a:ext>
            </a:extLst>
          </p:cNvPr>
          <p:cNvSpPr txBox="1"/>
          <p:nvPr/>
        </p:nvSpPr>
        <p:spPr>
          <a:xfrm>
            <a:off x="456997" y="758827"/>
            <a:ext cx="10965116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Pourquoi je descends de plus en plus vite dans l’eau si je ne fais rien ?</a:t>
            </a:r>
          </a:p>
          <a:p>
            <a:r>
              <a:rPr lang="fr-FR" sz="1600" dirty="0"/>
              <a:t>Pourquoi mon ballon est plus petit au fond 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ED4B5-5F0A-4CCD-EA33-5F75EE1A615E}"/>
              </a:ext>
            </a:extLst>
          </p:cNvPr>
          <p:cNvSpPr/>
          <p:nvPr/>
        </p:nvSpPr>
        <p:spPr>
          <a:xfrm>
            <a:off x="336884" y="3843104"/>
            <a:ext cx="6777790" cy="231266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2DC1E8C-01A9-C5FF-F5BD-48246F326F12}"/>
              </a:ext>
            </a:extLst>
          </p:cNvPr>
          <p:cNvSpPr txBox="1"/>
          <p:nvPr/>
        </p:nvSpPr>
        <p:spPr>
          <a:xfrm>
            <a:off x="0" y="6493992"/>
            <a:ext cx="11983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Note interne =&gt; Une pression est une force sur une surface (énoncé uniquement)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3D5EBE-1C79-8267-853C-39E2223C2DC9}"/>
              </a:ext>
            </a:extLst>
          </p:cNvPr>
          <p:cNvSpPr/>
          <p:nvPr/>
        </p:nvSpPr>
        <p:spPr>
          <a:xfrm>
            <a:off x="5406189" y="3843104"/>
            <a:ext cx="529389" cy="11631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C48749-D9D1-F08A-6719-631A887161C0}"/>
              </a:ext>
            </a:extLst>
          </p:cNvPr>
          <p:cNvSpPr/>
          <p:nvPr/>
        </p:nvSpPr>
        <p:spPr>
          <a:xfrm>
            <a:off x="5406190" y="1494866"/>
            <a:ext cx="529389" cy="2350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1b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F87D6C0-2140-1EA7-E32E-B1577D6F3D94}"/>
              </a:ext>
            </a:extLst>
          </p:cNvPr>
          <p:cNvSpPr txBox="1"/>
          <p:nvPr/>
        </p:nvSpPr>
        <p:spPr>
          <a:xfrm>
            <a:off x="7851905" y="1494866"/>
            <a:ext cx="3570208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Observation du jour</a:t>
            </a:r>
          </a:p>
          <a:p>
            <a:r>
              <a:rPr lang="fr-FR" dirty="0"/>
              <a:t>Je subis le poids de l’air et de l’eau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Comment ça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Et la pression dans tout cela 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E78E6-DCF4-2CDE-FC96-64D72F4648CB}"/>
              </a:ext>
            </a:extLst>
          </p:cNvPr>
          <p:cNvSpPr/>
          <p:nvPr/>
        </p:nvSpPr>
        <p:spPr>
          <a:xfrm>
            <a:off x="5406188" y="5003967"/>
            <a:ext cx="529389" cy="11631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1b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4B85E4C1-F3CF-12E1-2462-D2FE8B9B749E}"/>
              </a:ext>
            </a:extLst>
          </p:cNvPr>
          <p:cNvCxnSpPr>
            <a:stCxn id="7" idx="3"/>
            <a:endCxn id="7" idx="1"/>
          </p:cNvCxnSpPr>
          <p:nvPr/>
        </p:nvCxnSpPr>
        <p:spPr>
          <a:xfrm flipH="1">
            <a:off x="336884" y="4999435"/>
            <a:ext cx="67777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230FAA31-E2B9-82D8-03E0-FEA3975D434F}"/>
              </a:ext>
            </a:extLst>
          </p:cNvPr>
          <p:cNvSpPr txBox="1"/>
          <p:nvPr/>
        </p:nvSpPr>
        <p:spPr>
          <a:xfrm>
            <a:off x="7215192" y="3667503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0m =&gt; 1b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28AE503-5A27-E693-9AFA-8E5DAC1684EB}"/>
              </a:ext>
            </a:extLst>
          </p:cNvPr>
          <p:cNvSpPr txBox="1"/>
          <p:nvPr/>
        </p:nvSpPr>
        <p:spPr>
          <a:xfrm>
            <a:off x="7174582" y="4819301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10m =&gt; 2b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1C69020-E9C0-00E7-21E0-53B674C2B564}"/>
              </a:ext>
            </a:extLst>
          </p:cNvPr>
          <p:cNvSpPr txBox="1"/>
          <p:nvPr/>
        </p:nvSpPr>
        <p:spPr>
          <a:xfrm>
            <a:off x="7185858" y="5971099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20m =&gt; 3b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9B47DAC-98A8-2488-3180-816EFC162044}"/>
              </a:ext>
            </a:extLst>
          </p:cNvPr>
          <p:cNvSpPr txBox="1"/>
          <p:nvPr/>
        </p:nvSpPr>
        <p:spPr>
          <a:xfrm>
            <a:off x="1876926" y="2398295"/>
            <a:ext cx="2286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L’atmosphère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1E3859C-91F5-CC2A-3601-BD7729206DCE}"/>
              </a:ext>
            </a:extLst>
          </p:cNvPr>
          <p:cNvSpPr txBox="1"/>
          <p:nvPr/>
        </p:nvSpPr>
        <p:spPr>
          <a:xfrm>
            <a:off x="3400125" y="4444982"/>
            <a:ext cx="14528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dirty="0"/>
              <a:t>Eau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EE483EA-591A-3E0E-5E54-A0125D3345DC}"/>
              </a:ext>
            </a:extLst>
          </p:cNvPr>
          <p:cNvSpPr/>
          <p:nvPr/>
        </p:nvSpPr>
        <p:spPr>
          <a:xfrm>
            <a:off x="1235240" y="5931304"/>
            <a:ext cx="409074" cy="41709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F12936A-507A-06E0-FC97-CD15E2938D49}"/>
              </a:ext>
            </a:extLst>
          </p:cNvPr>
          <p:cNvSpPr/>
          <p:nvPr/>
        </p:nvSpPr>
        <p:spPr>
          <a:xfrm>
            <a:off x="1154230" y="4680097"/>
            <a:ext cx="545432" cy="54543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7F73141-DDDD-CBC9-8914-A2E16A6BD63A}"/>
              </a:ext>
            </a:extLst>
          </p:cNvPr>
          <p:cNvSpPr/>
          <p:nvPr/>
        </p:nvSpPr>
        <p:spPr>
          <a:xfrm>
            <a:off x="922420" y="3335427"/>
            <a:ext cx="994611" cy="95450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3l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0EC51D0-C16F-306E-7F03-440D3DDE5E6C}"/>
              </a:ext>
            </a:extLst>
          </p:cNvPr>
          <p:cNvSpPr txBox="1"/>
          <p:nvPr/>
        </p:nvSpPr>
        <p:spPr>
          <a:xfrm>
            <a:off x="1235239" y="5942397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1l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C2B1850-1127-9684-D57B-B2CCCC0A9F5E}"/>
              </a:ext>
            </a:extLst>
          </p:cNvPr>
          <p:cNvSpPr txBox="1"/>
          <p:nvPr/>
        </p:nvSpPr>
        <p:spPr>
          <a:xfrm>
            <a:off x="1154229" y="477737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1,5l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B1BB2A-96CD-5F75-6077-A92118DFDA92}"/>
              </a:ext>
            </a:extLst>
          </p:cNvPr>
          <p:cNvSpPr/>
          <p:nvPr/>
        </p:nvSpPr>
        <p:spPr>
          <a:xfrm>
            <a:off x="9135979" y="3745832"/>
            <a:ext cx="2719137" cy="24584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8CCD1A1-3D66-AA0E-02DD-BB9907329427}"/>
              </a:ext>
            </a:extLst>
          </p:cNvPr>
          <p:cNvSpPr txBox="1"/>
          <p:nvPr/>
        </p:nvSpPr>
        <p:spPr>
          <a:xfrm>
            <a:off x="10058181" y="6199792"/>
            <a:ext cx="94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Volume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185EE52-546F-C132-33CB-255F1D86B084}"/>
              </a:ext>
            </a:extLst>
          </p:cNvPr>
          <p:cNvSpPr txBox="1"/>
          <p:nvPr/>
        </p:nvSpPr>
        <p:spPr>
          <a:xfrm>
            <a:off x="8791074" y="3852114"/>
            <a:ext cx="3177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</a:t>
            </a:r>
          </a:p>
          <a:p>
            <a:r>
              <a:rPr lang="fr-FR" dirty="0"/>
              <a:t>r</a:t>
            </a:r>
          </a:p>
          <a:p>
            <a:r>
              <a:rPr lang="fr-FR" dirty="0"/>
              <a:t>e</a:t>
            </a:r>
          </a:p>
          <a:p>
            <a:r>
              <a:rPr lang="fr-FR" dirty="0"/>
              <a:t>s</a:t>
            </a:r>
          </a:p>
          <a:p>
            <a:r>
              <a:rPr lang="fr-FR" dirty="0"/>
              <a:t>s</a:t>
            </a:r>
          </a:p>
          <a:p>
            <a:r>
              <a:rPr lang="fr-FR" dirty="0"/>
              <a:t>i</a:t>
            </a:r>
          </a:p>
          <a:p>
            <a:r>
              <a:rPr lang="fr-FR" dirty="0"/>
              <a:t>o</a:t>
            </a:r>
          </a:p>
          <a:p>
            <a:r>
              <a:rPr lang="fr-FR" dirty="0"/>
              <a:t>n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9867D1D7-49D3-FB4A-38FD-D075CE0947B6}"/>
              </a:ext>
            </a:extLst>
          </p:cNvPr>
          <p:cNvCxnSpPr/>
          <p:nvPr/>
        </p:nvCxnSpPr>
        <p:spPr>
          <a:xfrm>
            <a:off x="9135979" y="3745832"/>
            <a:ext cx="2719137" cy="2421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519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38F505-91B5-7076-6F4E-7D85F39C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949"/>
          </a:xfrm>
        </p:spPr>
        <p:txBody>
          <a:bodyPr/>
          <a:lstStyle/>
          <a:p>
            <a:r>
              <a:rPr lang="fr-FR" dirty="0"/>
              <a:t>Le son et la plongée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C6AF286-CC8D-3979-F10A-47F5251297EF}"/>
              </a:ext>
            </a:extLst>
          </p:cNvPr>
          <p:cNvSpPr txBox="1">
            <a:spLocks/>
          </p:cNvSpPr>
          <p:nvPr/>
        </p:nvSpPr>
        <p:spPr>
          <a:xfrm>
            <a:off x="766011" y="3026025"/>
            <a:ext cx="10515600" cy="805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La vision et la plongée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50D0BC9-04A0-CCA8-5BD2-7DED8634D1A5}"/>
              </a:ext>
            </a:extLst>
          </p:cNvPr>
          <p:cNvSpPr txBox="1"/>
          <p:nvPr/>
        </p:nvSpPr>
        <p:spPr>
          <a:xfrm>
            <a:off x="838200" y="1661086"/>
            <a:ext cx="57279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son se propage plus vite dans l’eau, 5 fois plus vite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Impossible de connaître l’origine</a:t>
            </a:r>
          </a:p>
          <a:p>
            <a:r>
              <a:rPr lang="fr-FR" dirty="0"/>
              <a:t>=&gt; Tour de 360 degrés à la remontée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1ED6F44-3E49-B9BF-283A-7214BAC51584}"/>
              </a:ext>
            </a:extLst>
          </p:cNvPr>
          <p:cNvSpPr txBox="1"/>
          <p:nvPr/>
        </p:nvSpPr>
        <p:spPr>
          <a:xfrm>
            <a:off x="814137" y="4380680"/>
            <a:ext cx="87669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couleurs disparaissent avec la profondeur (rouge, orange, violet, jaune puis vert)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voit plus gros et plus proche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Champ de vision réduit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Portée réduite</a:t>
            </a:r>
          </a:p>
          <a:p>
            <a:r>
              <a:rPr lang="fr-FR" dirty="0"/>
              <a:t>=&gt; Lampe</a:t>
            </a:r>
          </a:p>
          <a:p>
            <a:r>
              <a:rPr lang="fr-FR" dirty="0"/>
              <a:t>=&gt; Orientation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FD61592-0274-729A-C8F8-0C55AB33345C}"/>
              </a:ext>
            </a:extLst>
          </p:cNvPr>
          <p:cNvSpPr txBox="1"/>
          <p:nvPr/>
        </p:nvSpPr>
        <p:spPr>
          <a:xfrm>
            <a:off x="914534" y="1204508"/>
            <a:ext cx="1051560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Il vient d’où ce bruit ?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D4A639F-FFF1-FA71-20E1-C2AE6720DB95}"/>
              </a:ext>
            </a:extLst>
          </p:cNvPr>
          <p:cNvSpPr txBox="1"/>
          <p:nvPr/>
        </p:nvSpPr>
        <p:spPr>
          <a:xfrm>
            <a:off x="838200" y="3807075"/>
            <a:ext cx="1051560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Il ne serait pas un peu gros ce poisson ?</a:t>
            </a:r>
          </a:p>
        </p:txBody>
      </p:sp>
    </p:spTree>
    <p:extLst>
      <p:ext uri="{BB962C8B-B14F-4D97-AF65-F5344CB8AC3E}">
        <p14:creationId xmlns:p14="http://schemas.microsoft.com/office/powerpoint/2010/main" val="16065872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327</Words>
  <Application>Microsoft Macintosh PowerPoint</Application>
  <PresentationFormat>Grand écran</PresentationFormat>
  <Paragraphs>64</Paragraphs>
  <Slides>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Que se passe-t-il ?</vt:lpstr>
      <vt:lpstr>Le poids et la plongée</vt:lpstr>
      <vt:lpstr>Le poids et la plongée</vt:lpstr>
      <vt:lpstr>Le son et la plongée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13</cp:revision>
  <dcterms:created xsi:type="dcterms:W3CDTF">2025-11-19T16:08:50Z</dcterms:created>
  <dcterms:modified xsi:type="dcterms:W3CDTF">2025-11-19T18:29:59Z</dcterms:modified>
</cp:coreProperties>
</file>
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28"/>
    <p:restoredTop sz="94669"/>
  </p:normalViewPr>
  <p:slideViewPr>
    <p:cSldViewPr snapToGrid="0">
      <p:cViewPr varScale="1">
        <p:scale>
          <a:sx n="169" d="100"/>
          <a:sy n="169" d="100"/>
        </p:scale>
        <p:origin x="1016" y="4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6F7BEB-DCCB-CCDC-BD9A-53D633901B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7D74E17-0C3A-5744-E62F-EF29943E1A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A8BB6E-A375-3FCD-E210-CDC696E15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399CE22-28C2-7209-A8F1-466D4981A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AF101E-BBAC-AE04-E75C-85300DA134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6285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D14EC5-FA98-96F5-31E6-84287B985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D221FF-D76F-CF25-949D-68D758512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A024AA-0906-B437-5B24-6B0EEFC0A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132C64-5AF7-D864-3789-B34E06AC2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ED530C-4F9D-CCA8-9FB4-C9608DF04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66867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620904B-1FAC-1852-A736-6EDA54DB1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FFC3675-1172-FD9A-7A0A-D87B78E0BE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E2E0B99-05F5-52F0-25C1-5416B89B8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E6C91A5-D2FA-221E-F22B-F039C2E40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6E876B0-3E0E-668E-470E-C864A793D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964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A6F4FE-C5A5-9363-6736-3B82A9375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4CEB9B-B2AA-9293-7D32-7753305E3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2762E0-FB87-2A48-1F5E-3F58776BA8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EEB23A-3B01-7CAA-4A92-CEA7D497D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0FA767E-DEBE-4CE0-AAD2-E8AB9161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0007C07-6243-464F-8BCC-F5C6EE579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53152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4C5D7B-0924-8F96-F978-D9BD7898D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C31A804-4F22-9316-1226-D3BA0B6881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84C7A2A-534A-34DF-1FFD-A5A7730E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BA5C39C-0FCF-B5DB-9D3D-C01F65488A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EA0E375-3827-021E-3C09-4BFDC3E89D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F1BD056-2907-E85B-8A08-C30C3CA0E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0C6CD7D-5FEF-3B86-F78B-5F3C72DB1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D3BD605-0A66-7E31-D4E3-A730DB7F6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4297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01E8082-33DF-4E0A-F711-774384679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4CB759-9E79-A37D-DA71-EAD022965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5B025D0-FD7D-6B0B-0F3C-F2860926F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14E8168-632D-8755-FD7F-4962CBEB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282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7924E5A-118A-49CD-2A30-E49E726AA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F0E731F-1688-E2F5-3DEF-AE368882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223988-20E5-CE38-5488-E04EDAFA2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67626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40E815-01CB-4C6C-C468-E44CB160C3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9A0C6C-8164-7D9C-6B74-159308730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86046D3-3098-C161-2232-ACE760C1D7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F014D37-C3CA-1F23-F6DD-5FBF1905B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B00F9EE-8CFB-332D-CDE9-7739E3D22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4ABD462-9BB8-EFF3-561D-1DCA340AD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32631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1784B1-A476-92E6-FDAB-75694BD7F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C373CE8-D769-5BC0-E2AA-591710F165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9373BD9-0F18-A753-FDC3-4CCACFD2B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11D256B-5AE8-4A2B-1DAC-CCD7A95A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41C222-6A46-EAB6-19E0-A6E34F4C8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3B6C9E5-E848-0007-6FAE-BA4EE1F86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0265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13676C4-68A7-2E73-B6CA-DC1123EACC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1E140142-E465-50C8-0126-D92F6A2092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457A5B-93A8-DF18-94FF-5700FBEEB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07AFE53-229B-C414-4BC3-08D7A47AB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2C62DA7-E55B-12DA-BD4E-418C509EF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286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E4908E5-810B-85F7-89E4-56AF36B8A3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CE51A2F-0BC6-4B3E-D821-C0E60013F3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A017F89-A5B4-B6EF-897B-6F3723B56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223E04C-4280-E499-9FFD-CEEA69089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E1BBB3E-EE4F-ED9A-F791-B6644BA4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509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846ADBA-4807-893A-D204-19153F1D1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68F84B-51C6-6880-631B-A8E6E41294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B294A50-1A3E-10FE-22B5-D6EE03BA2A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058DA-9833-564B-95FE-A7F9C1C7E468}" type="datetimeFigureOut">
              <a:rPr lang="fr-FR" smtClean="0"/>
              <a:t>22/09/2025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D7E6BA8-DBA0-897C-74D4-97D40E7987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2D7B28-FF68-43B0-7F52-19A64CC02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F18D13-AC5F-7F43-96EE-72D8BA8B90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87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4D26F-2E33-9579-ED9F-AE0A9C280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E95AC3-5AB4-E2F4-F681-E0B70D5675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50711" y="0"/>
            <a:ext cx="9144000" cy="869058"/>
          </a:xfrm>
        </p:spPr>
        <p:txBody>
          <a:bodyPr>
            <a:normAutofit fontScale="90000"/>
          </a:bodyPr>
          <a:lstStyle/>
          <a:p>
            <a:r>
              <a:rPr lang="fr-FR" dirty="0"/>
              <a:t>Pratique PE40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A90B215-258F-F3C0-8ADC-4C55F4C21FAB}"/>
              </a:ext>
            </a:extLst>
          </p:cNvPr>
          <p:cNvSpPr txBox="1"/>
          <p:nvPr/>
        </p:nvSpPr>
        <p:spPr>
          <a:xfrm>
            <a:off x="623944" y="763793"/>
            <a:ext cx="3227294" cy="25237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1</a:t>
            </a:r>
          </a:p>
          <a:p>
            <a:pPr algn="ctr"/>
            <a:r>
              <a:rPr lang="fr-FR" sz="1400" dirty="0"/>
              <a:t>Evaluation de départ</a:t>
            </a:r>
          </a:p>
          <a:p>
            <a:pPr algn="ctr"/>
            <a:r>
              <a:rPr lang="fr-FR" sz="1400" dirty="0"/>
              <a:t>Profondeur max 15m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S’équiper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Mise à l’eau / Lestage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Immersion pied devant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Descente contrôlée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VDM, lâcher/reprise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65E0E1-F1E1-C91F-FA60-D5610CC1F3B1}"/>
              </a:ext>
            </a:extLst>
          </p:cNvPr>
          <p:cNvSpPr txBox="1"/>
          <p:nvPr/>
        </p:nvSpPr>
        <p:spPr>
          <a:xfrm>
            <a:off x="623944" y="3444416"/>
            <a:ext cx="3227294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2</a:t>
            </a:r>
          </a:p>
          <a:p>
            <a:pPr algn="ctr"/>
            <a:r>
              <a:rPr lang="fr-FR" sz="1400" dirty="0"/>
              <a:t>Profondeur max 10m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Immersion canard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Ajustement lestage éventuel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Descente contrôlée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avec sortie du parachute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CFDA423-F271-61FA-7835-2F464D737989}"/>
              </a:ext>
            </a:extLst>
          </p:cNvPr>
          <p:cNvSpPr txBox="1"/>
          <p:nvPr/>
        </p:nvSpPr>
        <p:spPr>
          <a:xfrm>
            <a:off x="3961504" y="772236"/>
            <a:ext cx="3411470" cy="25545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Plongée 3</a:t>
            </a:r>
          </a:p>
          <a:p>
            <a:pPr algn="ctr"/>
            <a:r>
              <a:rPr lang="fr-FR" sz="1400" dirty="0"/>
              <a:t>Profondeur max 18m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Immersion / descente contrôlée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VDM, lâcher/reprise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Réaction aux signes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Intervention en relais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avec: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 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Paliers de sécurité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135CE7D-C341-4256-000A-D6CC3C9C8D16}"/>
              </a:ext>
            </a:extLst>
          </p:cNvPr>
          <p:cNvSpPr txBox="1"/>
          <p:nvPr/>
        </p:nvSpPr>
        <p:spPr>
          <a:xfrm>
            <a:off x="623944" y="5862919"/>
            <a:ext cx="75646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>
                <a:solidFill>
                  <a:srgbClr val="C00000"/>
                </a:solidFill>
              </a:rPr>
              <a:t>Fils rouge: Evolution dans l’eau / Communication / Gestion de son matériel</a:t>
            </a:r>
          </a:p>
          <a:p>
            <a:r>
              <a:rPr lang="fr-FR" dirty="0">
                <a:solidFill>
                  <a:srgbClr val="C00000"/>
                </a:solidFill>
              </a:rPr>
              <a:t>Paliers de sécurité: Sert à vérifier la stabilité en fin de plongée 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2E0E1A3-E4D0-3683-BD3D-B96275C6C71F}"/>
              </a:ext>
            </a:extLst>
          </p:cNvPr>
          <p:cNvSpPr txBox="1"/>
          <p:nvPr/>
        </p:nvSpPr>
        <p:spPr>
          <a:xfrm>
            <a:off x="7545093" y="763793"/>
            <a:ext cx="3707402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Plongée 5</a:t>
            </a:r>
          </a:p>
          <a:p>
            <a:pPr algn="ctr"/>
            <a:r>
              <a:rPr lang="fr-FR" sz="1400" dirty="0"/>
              <a:t>Profondeur max 40m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Immersion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Descente contrôlée et progressive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Communication au fond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ECC69ABD-CCAA-CB80-5A42-BA63A1903453}"/>
              </a:ext>
            </a:extLst>
          </p:cNvPr>
          <p:cNvSpPr txBox="1"/>
          <p:nvPr/>
        </p:nvSpPr>
        <p:spPr>
          <a:xfrm>
            <a:off x="3961504" y="3429000"/>
            <a:ext cx="3411519" cy="230832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Plongée 4</a:t>
            </a:r>
          </a:p>
          <a:p>
            <a:pPr algn="ctr"/>
            <a:r>
              <a:rPr lang="fr-FR" sz="1400" dirty="0"/>
              <a:t>Profondeur max 15m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Immersion / descente contrôlée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Réaction aux signes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Intervention en relais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 avec: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 parachute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fr-FR" sz="1600" dirty="0"/>
              <a:t>Paliers de sécurité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2FFE1C2-3C11-E146-A7E6-895D7DCCCFB4}"/>
              </a:ext>
            </a:extLst>
          </p:cNvPr>
          <p:cNvSpPr txBox="1"/>
          <p:nvPr/>
        </p:nvSpPr>
        <p:spPr>
          <a:xfrm>
            <a:off x="7562627" y="3421293"/>
            <a:ext cx="3707402" cy="18158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fr-FR" dirty="0"/>
              <a:t>Plongée 6</a:t>
            </a:r>
          </a:p>
          <a:p>
            <a:pPr algn="ctr"/>
            <a:r>
              <a:rPr lang="fr-FR" sz="1400" dirty="0"/>
              <a:t>Profondeur max 30m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Immersion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Descente contrôlée et progressive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Propulsion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Communication au fond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/>
              <a:t>Remontée</a:t>
            </a:r>
          </a:p>
        </p:txBody>
      </p:sp>
    </p:spTree>
    <p:extLst>
      <p:ext uri="{BB962C8B-B14F-4D97-AF65-F5344CB8AC3E}">
        <p14:creationId xmlns:p14="http://schemas.microsoft.com/office/powerpoint/2010/main" val="372215651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13598</TotalTime>
  <Words>156</Words>
  <Application>Microsoft Macintosh PowerPoint</Application>
  <PresentationFormat>Grand écran</PresentationFormat>
  <Paragraphs>54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Pratique PE40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olivier artigue</dc:creator>
  <cp:lastModifiedBy>olivier artigue</cp:lastModifiedBy>
  <cp:revision>7</cp:revision>
  <dcterms:created xsi:type="dcterms:W3CDTF">2025-09-21T23:06:32Z</dcterms:created>
  <dcterms:modified xsi:type="dcterms:W3CDTF">2025-10-01T09:44:39Z</dcterms:modified>
</cp:coreProperties>
</file>
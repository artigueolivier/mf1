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719"/>
  </p:normalViewPr>
  <p:slideViewPr>
    <p:cSldViewPr snapToGrid="0">
      <p:cViewPr>
        <p:scale>
          <a:sx n="90" d="100"/>
          <a:sy n="90" d="100"/>
        </p:scale>
        <p:origin x="67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C65D0C-A002-F3D5-E594-5E4D021E1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1EDF3BA-CB8A-2AB9-ED5E-07EDD8AD3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7BFBB-9D1E-97BC-B174-9A98FD14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3D1A75-3B7C-CD1D-A0E5-137B0502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8E91AB-9607-5C8C-9700-41610E7D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59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0063D-FF18-FD76-4AA5-5A0C2AE4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C39970-6761-72A0-5F8E-10938BE8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306E1E-EA4C-5199-6242-ADEB4EFB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5B687D-50AC-2B88-ECD7-22E03E79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99B315-93A3-57A6-BFD7-BD4D1242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51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4D6F3-44C0-4109-2420-831D0AF8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F3467B-2E8D-2CBE-BE30-D20C8F1C7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F9BA6C-1D30-EC54-AF74-2FE747FC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B6C443-73C8-9490-E182-B380FBE5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E173AB-2510-8F81-7604-FA3200C8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5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E44980-B2B6-0964-FEE3-085742CA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734D2D-F7F2-3E21-29DD-C7049CBBC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1D2337-9A04-BF3C-943B-99E82E7E0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654537-C59F-AC1E-2E51-B3B9C8DE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58DF4A-4981-A50A-51EA-CDBF8C2D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53111F-1F89-2E11-8F5E-66F8972D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21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6F1D5-9B05-D1A6-C2D2-63B01A10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F6BF77-77F0-5FD2-2CF3-123600CE7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E3CF57-5BEA-B037-A39E-BB8A1D86B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38264D-5D00-FA52-9F2F-CC43D0629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9A1C4C-1447-CCEC-7CE7-16A04A6DB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E4F0D0-CA25-CE68-637C-BB117C47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200884-5E11-03CB-43BE-0A55C940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B9F9891-75F8-9205-7156-28D3781F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47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E5018-9F96-92CA-4804-E50E0AA71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9CB447D-A8B6-5BAF-0008-FCB31991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A45D3F-3618-E4E5-673E-000C6E93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40424D-FF31-EA36-364B-55BB5917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17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54F1480-97DE-4726-76BF-111175B3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B5F96DB-B26B-2F14-162F-760855D5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CD15ED-D0AF-DEA5-B9AF-E882E327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07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A8C10-2524-EBF0-1AE4-A0DB8625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30D42-031E-A20A-B4F2-405DAED91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9FE258-FDAC-5942-592A-DC7323577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7EEB0E-3285-8BC0-AC1A-0271DA62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BBA5D5-DA12-FD72-444E-8CBEB66F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C38C27-8FEE-D332-9B93-13D570D7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23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A6178-311B-7B4B-0929-9AFBC045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D338498-80DF-78A2-4815-A0B4CBB1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CB9B6A-3CF2-3454-798E-B736050B5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31F8DD-2EBB-F8C1-CF57-A8321F72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05A24A-ADFB-BE91-2CAA-E021E31B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5E012B-F433-B3FC-A823-B3B4F3B1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52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5192F8-F5F6-9D33-A578-34BABC6B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F673DF-9218-F53E-4FB0-C167F3C63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B13D10-369F-EDC9-DCBA-A5AAFFB3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E2FE66-6E65-4248-F9DE-8574695CA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6D1367-9157-3C44-6748-03295BAA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34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253431-1D7F-4FBC-EE86-3CF093F5F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D9E860-5E6B-CA65-A05C-BC1D61010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7FBF42-8A45-3F2E-2B59-E6D8D761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B3AF98-1642-4A42-24A7-27543E20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A8A736-747E-7F05-E011-BFA06060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726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3B3FDA-6244-69B2-1BEF-1874C388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03F3B1-7E33-7C37-B986-3A42DABBF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54777B-D857-CE4C-D818-E72C16677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16C50-423B-6143-8AFF-74658B7394EB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0AA92A-474F-0FA7-C2AF-348A5EC18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8668D7-5F91-B350-8D90-972EBF4BB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12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506335B-2957-C93A-8F15-C3BFA74D8D75}"/>
              </a:ext>
            </a:extLst>
          </p:cNvPr>
          <p:cNvSpPr txBox="1"/>
          <p:nvPr/>
        </p:nvSpPr>
        <p:spPr>
          <a:xfrm>
            <a:off x="0" y="0"/>
            <a:ext cx="12192000" cy="36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Approche &amp; évolution du lestage dans la plongée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9ACC660-8105-A6CC-AC29-AE316BF712D2}"/>
              </a:ext>
            </a:extLst>
          </p:cNvPr>
          <p:cNvCxnSpPr/>
          <p:nvPr/>
        </p:nvCxnSpPr>
        <p:spPr>
          <a:xfrm>
            <a:off x="142875" y="1300163"/>
            <a:ext cx="11715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F2BF53E-ACD3-F59A-5C07-7A25BBAF89FE}"/>
              </a:ext>
            </a:extLst>
          </p:cNvPr>
          <p:cNvSpPr txBox="1"/>
          <p:nvPr/>
        </p:nvSpPr>
        <p:spPr>
          <a:xfrm>
            <a:off x="271463" y="98583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-250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A8FF39C-63A4-BD5E-3083-FB004BE7FF2E}"/>
              </a:ext>
            </a:extLst>
          </p:cNvPr>
          <p:cNvSpPr txBox="1"/>
          <p:nvPr/>
        </p:nvSpPr>
        <p:spPr>
          <a:xfrm>
            <a:off x="176704" y="1340705"/>
            <a:ext cx="2258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Archimède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Grècs</a:t>
            </a:r>
            <a:r>
              <a:rPr lang="fr-FR" sz="1400" dirty="0"/>
              <a:t> inventent: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Sac filet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Ancetre</a:t>
            </a:r>
            <a:r>
              <a:rPr lang="fr-FR" sz="1400" dirty="0"/>
              <a:t> bouteille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58A9445-F54D-07D4-BC9C-E19A26DAA4AB}"/>
              </a:ext>
            </a:extLst>
          </p:cNvPr>
          <p:cNvSpPr txBox="1"/>
          <p:nvPr/>
        </p:nvSpPr>
        <p:spPr>
          <a:xfrm>
            <a:off x="2344391" y="9308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8DBC368-0BC9-3488-1FC6-02F7A2C97447}"/>
              </a:ext>
            </a:extLst>
          </p:cNvPr>
          <p:cNvSpPr txBox="1"/>
          <p:nvPr/>
        </p:nvSpPr>
        <p:spPr>
          <a:xfrm>
            <a:off x="2344391" y="1307664"/>
            <a:ext cx="14630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Allergie à</a:t>
            </a:r>
          </a:p>
          <a:p>
            <a:r>
              <a:rPr lang="fr-FR" sz="1400" dirty="0"/>
              <a:t>La plongée</a:t>
            </a:r>
          </a:p>
          <a:p>
            <a:r>
              <a:rPr lang="fr-FR" sz="1400" dirty="0"/>
              <a:t>Marche sur l’eau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80BF7C-197C-5DB1-F2DC-96CCAA411D5A}"/>
              </a:ext>
            </a:extLst>
          </p:cNvPr>
          <p:cNvSpPr txBox="1"/>
          <p:nvPr/>
        </p:nvSpPr>
        <p:spPr>
          <a:xfrm>
            <a:off x="4286963" y="959406"/>
            <a:ext cx="127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Moyen-âge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1AE1565-7403-420A-1252-BB8222B3959B}"/>
              </a:ext>
            </a:extLst>
          </p:cNvPr>
          <p:cNvSpPr txBox="1"/>
          <p:nvPr/>
        </p:nvSpPr>
        <p:spPr>
          <a:xfrm>
            <a:off x="4286963" y="1355170"/>
            <a:ext cx="11343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Robin</a:t>
            </a:r>
          </a:p>
          <a:p>
            <a:r>
              <a:rPr lang="fr-FR" sz="1400" dirty="0"/>
              <a:t>Invente</a:t>
            </a:r>
          </a:p>
          <a:p>
            <a:r>
              <a:rPr lang="fr-FR" sz="1400" dirty="0"/>
              <a:t>Tuba pour</a:t>
            </a:r>
          </a:p>
          <a:p>
            <a:r>
              <a:rPr lang="fr-FR" sz="1400" dirty="0"/>
              <a:t>Fuir le shérif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0A2DD33-3214-1777-CDAB-71AF3B457304}"/>
              </a:ext>
            </a:extLst>
          </p:cNvPr>
          <p:cNvSpPr txBox="1"/>
          <p:nvPr/>
        </p:nvSpPr>
        <p:spPr>
          <a:xfrm>
            <a:off x="6272213" y="985838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XIXè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0731A18-31CC-40F8-59CA-8D7C2CE4110F}"/>
              </a:ext>
            </a:extLst>
          </p:cNvPr>
          <p:cNvSpPr txBox="1"/>
          <p:nvPr/>
        </p:nvSpPr>
        <p:spPr>
          <a:xfrm>
            <a:off x="6272213" y="1362671"/>
            <a:ext cx="11785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Pied lourd</a:t>
            </a:r>
          </a:p>
          <a:p>
            <a:r>
              <a:rPr lang="fr-FR" sz="1400" dirty="0"/>
              <a:t>9 kg dans </a:t>
            </a:r>
          </a:p>
          <a:p>
            <a:r>
              <a:rPr lang="fr-FR" sz="1400" dirty="0"/>
              <a:t>Chaque pied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0685CE6-4419-EDB9-4CD4-82A24BFA7463}"/>
              </a:ext>
            </a:extLst>
          </p:cNvPr>
          <p:cNvSpPr txBox="1"/>
          <p:nvPr/>
        </p:nvSpPr>
        <p:spPr>
          <a:xfrm>
            <a:off x="8515658" y="93083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Début </a:t>
            </a:r>
            <a:r>
              <a:rPr lang="fr-FR" dirty="0" err="1"/>
              <a:t>XXè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3F34E5F-EC4E-9E4B-14BF-263E1438FC7C}"/>
              </a:ext>
            </a:extLst>
          </p:cNvPr>
          <p:cNvSpPr txBox="1"/>
          <p:nvPr/>
        </p:nvSpPr>
        <p:spPr>
          <a:xfrm>
            <a:off x="8515658" y="1362671"/>
            <a:ext cx="151535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Mafia invente</a:t>
            </a:r>
          </a:p>
          <a:p>
            <a:r>
              <a:rPr lang="fr-FR" sz="1400" dirty="0"/>
              <a:t>Le lestage </a:t>
            </a:r>
          </a:p>
          <a:p>
            <a:r>
              <a:rPr lang="fr-FR" sz="1400" dirty="0"/>
              <a:t>sur mesure</a:t>
            </a:r>
          </a:p>
          <a:p>
            <a:r>
              <a:rPr lang="fr-FR" sz="1400" dirty="0"/>
              <a:t>Avec le recyclage</a:t>
            </a:r>
          </a:p>
          <a:p>
            <a:r>
              <a:rPr lang="fr-FR" sz="1400" dirty="0"/>
              <a:t>Des matériaux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AC405E11-08E9-790A-9AAA-5B64C4B5C1EC}"/>
              </a:ext>
            </a:extLst>
          </p:cNvPr>
          <p:cNvCxnSpPr/>
          <p:nvPr/>
        </p:nvCxnSpPr>
        <p:spPr>
          <a:xfrm>
            <a:off x="176704" y="4738688"/>
            <a:ext cx="11715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5711179-6ABC-126C-A564-1DB3815570F7}"/>
              </a:ext>
            </a:extLst>
          </p:cNvPr>
          <p:cNvSpPr txBox="1"/>
          <p:nvPr/>
        </p:nvSpPr>
        <p:spPr>
          <a:xfrm>
            <a:off x="611460" y="424338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1942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19C9D51-4CA4-4B14-D3DF-EB3C048D166F}"/>
              </a:ext>
            </a:extLst>
          </p:cNvPr>
          <p:cNvSpPr txBox="1"/>
          <p:nvPr/>
        </p:nvSpPr>
        <p:spPr>
          <a:xfrm>
            <a:off x="543688" y="4738687"/>
            <a:ext cx="20778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Mec de la marine connu </a:t>
            </a:r>
          </a:p>
          <a:p>
            <a:r>
              <a:rPr lang="fr-FR" sz="1400" dirty="0"/>
              <a:t>pour son Bonnet rouge</a:t>
            </a:r>
          </a:p>
          <a:p>
            <a:r>
              <a:rPr lang="fr-FR" sz="1400" dirty="0"/>
              <a:t>Rend populaire </a:t>
            </a:r>
          </a:p>
          <a:p>
            <a:r>
              <a:rPr lang="fr-FR" sz="1400" dirty="0"/>
              <a:t>la ceinture de plomb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621C0B5-3F2B-9C80-4E02-EC94094284D9}"/>
              </a:ext>
            </a:extLst>
          </p:cNvPr>
          <p:cNvSpPr txBox="1"/>
          <p:nvPr/>
        </p:nvSpPr>
        <p:spPr>
          <a:xfrm>
            <a:off x="3243919" y="424338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1990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6686AA3-9FD7-371D-6574-7C4DEAFA8AB0}"/>
              </a:ext>
            </a:extLst>
          </p:cNvPr>
          <p:cNvSpPr txBox="1"/>
          <p:nvPr/>
        </p:nvSpPr>
        <p:spPr>
          <a:xfrm>
            <a:off x="3243919" y="4749551"/>
            <a:ext cx="1810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Plomb divorce de la</a:t>
            </a:r>
          </a:p>
          <a:p>
            <a:r>
              <a:rPr lang="fr-FR" sz="1400" dirty="0"/>
              <a:t>Ceinture pour la </a:t>
            </a:r>
            <a:r>
              <a:rPr lang="fr-FR" sz="1400" dirty="0" err="1"/>
              <a:t>stab</a:t>
            </a:r>
            <a:endParaRPr lang="fr-FR" sz="14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007FC3F-5614-DDA4-B04C-E77066EE92E6}"/>
              </a:ext>
            </a:extLst>
          </p:cNvPr>
          <p:cNvSpPr txBox="1"/>
          <p:nvPr/>
        </p:nvSpPr>
        <p:spPr>
          <a:xfrm>
            <a:off x="950655" y="6415088"/>
            <a:ext cx="854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Note: Densité plomb: 11,34 Cours 1.2 euros / kg. --- Densité Or:  19,32 Cours 125 000 euros / kg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D80448E-75F8-C85F-E770-C805C6A2385B}"/>
              </a:ext>
            </a:extLst>
          </p:cNvPr>
          <p:cNvSpPr txBox="1"/>
          <p:nvPr/>
        </p:nvSpPr>
        <p:spPr>
          <a:xfrm>
            <a:off x="5933017" y="430637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2005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76FE902-BD88-A727-90DA-71231D54CF45}"/>
              </a:ext>
            </a:extLst>
          </p:cNvPr>
          <p:cNvSpPr txBox="1"/>
          <p:nvPr/>
        </p:nvSpPr>
        <p:spPr>
          <a:xfrm>
            <a:off x="5933017" y="4760654"/>
            <a:ext cx="22406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Donald propose</a:t>
            </a:r>
          </a:p>
          <a:p>
            <a:r>
              <a:rPr lang="fr-FR" sz="1400" dirty="0"/>
              <a:t>Lestage à l’or. Plus class,</a:t>
            </a:r>
          </a:p>
          <a:p>
            <a:r>
              <a:rPr lang="fr-FR" sz="1400" dirty="0"/>
              <a:t>Trop cher, trop </a:t>
            </a:r>
            <a:r>
              <a:rPr lang="fr-FR" sz="1400" dirty="0" err="1"/>
              <a:t>dangeureux</a:t>
            </a:r>
            <a:endParaRPr lang="fr-FR" sz="1400" dirty="0"/>
          </a:p>
          <a:p>
            <a:r>
              <a:rPr lang="fr-FR" sz="1400" dirty="0"/>
              <a:t>C’est un flop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1143623-54CD-D254-E052-F771C662D1A1}"/>
              </a:ext>
            </a:extLst>
          </p:cNvPr>
          <p:cNvSpPr txBox="1"/>
          <p:nvPr/>
        </p:nvSpPr>
        <p:spPr>
          <a:xfrm>
            <a:off x="8758238" y="430637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2050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920F200-758F-439A-3DC7-EA51A6287488}"/>
              </a:ext>
            </a:extLst>
          </p:cNvPr>
          <p:cNvSpPr txBox="1"/>
          <p:nvPr/>
        </p:nvSpPr>
        <p:spPr>
          <a:xfrm>
            <a:off x="8758238" y="4760654"/>
            <a:ext cx="2024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Stab</a:t>
            </a:r>
            <a:r>
              <a:rPr lang="fr-FR" sz="1400" dirty="0"/>
              <a:t> à lestage </a:t>
            </a:r>
          </a:p>
          <a:p>
            <a:r>
              <a:rPr lang="fr-FR" sz="1400" dirty="0"/>
              <a:t>Dynamique gérée par IA</a:t>
            </a:r>
          </a:p>
        </p:txBody>
      </p:sp>
    </p:spTree>
    <p:extLst>
      <p:ext uri="{BB962C8B-B14F-4D97-AF65-F5344CB8AC3E}">
        <p14:creationId xmlns:p14="http://schemas.microsoft.com/office/powerpoint/2010/main" val="27858621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9866</TotalTime>
  <Words>129</Words>
  <Application>Microsoft Macintosh PowerPoint</Application>
  <PresentationFormat>Grand écran</PresentationFormat>
  <Paragraphs>42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6</cp:revision>
  <dcterms:created xsi:type="dcterms:W3CDTF">2026-04-01T16:09:18Z</dcterms:created>
  <dcterms:modified xsi:type="dcterms:W3CDTF">2026-04-08T12:35:45Z</dcterms:modified>
</cp:coreProperties>
</file>
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3"/>
    <p:restoredTop sz="94658"/>
  </p:normalViewPr>
  <p:slideViewPr>
    <p:cSldViewPr snapToGrid="0">
      <p:cViewPr varScale="1">
        <p:scale>
          <a:sx n="116" d="100"/>
          <a:sy n="116" d="100"/>
        </p:scale>
        <p:origin x="87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6F7BEB-DCCB-CCDC-BD9A-53D633901B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7D74E17-0C3A-5744-E62F-EF29943E1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1A8BB6E-A375-3FCD-E210-CDC696E15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058DA-9833-564B-95FE-A7F9C1C7E468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99CE22-28C2-7209-A8F1-466D4981A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BAF101E-BBAC-AE04-E75C-85300DA13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8D13-AC5F-7F43-96EE-72D8BA8B90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2851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D14EC5-FA98-96F5-31E6-84287B985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D221FF-D76F-CF25-949D-68D758512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BA024AA-0906-B437-5B24-6B0EEFC0A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058DA-9833-564B-95FE-A7F9C1C7E468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E132C64-5AF7-D864-3789-B34E06AC2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ED530C-4F9D-CCA8-9FB4-C9608DF04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8D13-AC5F-7F43-96EE-72D8BA8B90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6686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20904B-1FAC-1852-A736-6EDA54DB1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FFC3675-1172-FD9A-7A0A-D87B78E0B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E2E0B99-05F5-52F0-25C1-5416B89B8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058DA-9833-564B-95FE-A7F9C1C7E468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E6C91A5-D2FA-221E-F22B-F039C2E40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E876B0-3E0E-668E-470E-C864A793D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8D13-AC5F-7F43-96EE-72D8BA8B90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1964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A6F4FE-C5A5-9363-6736-3B82A9375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4CEB9B-B2AA-9293-7D32-7753305E33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92762E0-FB87-2A48-1F5E-3F58776BA8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BEEB23A-3B01-7CAA-4A92-CEA7D497D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058DA-9833-564B-95FE-A7F9C1C7E468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0FA767E-DEBE-4CE0-AAD2-E8AB91617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0007C07-6243-464F-8BCC-F5C6EE579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8D13-AC5F-7F43-96EE-72D8BA8B90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5315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4C5D7B-0924-8F96-F978-D9BD7898D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C31A804-4F22-9316-1226-D3BA0B688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84C7A2A-534A-34DF-1FFD-A5A7730EA2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BA5C39C-0FCF-B5DB-9D3D-C01F65488A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EA0E375-3827-021E-3C09-4BFDC3E89D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F1BD056-2907-E85B-8A08-C30C3CA0E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058DA-9833-564B-95FE-A7F9C1C7E468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0C6CD7D-5FEF-3B86-F78B-5F3C72DB1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D3BD605-0A66-7E31-D4E3-A730DB7F6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8D13-AC5F-7F43-96EE-72D8BA8B90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4297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1E8082-33DF-4E0A-F711-774384679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C4CB759-9E79-A37D-DA71-EAD022965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058DA-9833-564B-95FE-A7F9C1C7E468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5B025D0-FD7D-6B0B-0F3C-F2860926F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14E8168-632D-8755-FD7F-4962CBEB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8D13-AC5F-7F43-96EE-72D8BA8B90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3282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7924E5A-118A-49CD-2A30-E49E726AA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058DA-9833-564B-95FE-A7F9C1C7E468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F0E731F-1688-E2F5-3DEF-AE3688827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6223988-20E5-CE38-5488-E04EDAFA2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8D13-AC5F-7F43-96EE-72D8BA8B90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6762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40E815-01CB-4C6C-C468-E44CB160C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9A0C6C-8164-7D9C-6B74-159308730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86046D3-3098-C161-2232-ACE760C1D7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F014D37-C3CA-1F23-F6DD-5FBF1905B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058DA-9833-564B-95FE-A7F9C1C7E468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B00F9EE-8CFB-332D-CDE9-7739E3D22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4ABD462-9BB8-EFF3-561D-1DCA340AD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8D13-AC5F-7F43-96EE-72D8BA8B90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3263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1784B1-A476-92E6-FDAB-75694BD7F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C373CE8-D769-5BC0-E2AA-591710F165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9373BD9-0F18-A753-FDC3-4CCACFD2B3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11D256B-5AE8-4A2B-1DAC-CCD7A95A2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058DA-9833-564B-95FE-A7F9C1C7E468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E41C222-6A46-EAB6-19E0-A6E34F4C8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B6C9E5-E848-0007-6FAE-BA4EE1F86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8D13-AC5F-7F43-96EE-72D8BA8B90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0265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3676C4-68A7-2E73-B6CA-DC1123EAC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E140142-E465-50C8-0126-D92F6A209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457A5B-93A8-DF18-94FF-5700FBEEB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058DA-9833-564B-95FE-A7F9C1C7E468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07AFE53-229B-C414-4BC3-08D7A47AB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C62DA7-E55B-12DA-BD4E-418C509EF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8D13-AC5F-7F43-96EE-72D8BA8B90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3286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E4908E5-810B-85F7-89E4-56AF36B8A3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CE51A2F-0BC6-4B3E-D821-C0E60013F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A017F89-A5B4-B6EF-897B-6F3723B56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058DA-9833-564B-95FE-A7F9C1C7E468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223E04C-4280-E499-9FFD-CEEA69089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E1BBB3E-EE4F-ED9A-F791-B6644BA40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8D13-AC5F-7F43-96EE-72D8BA8B90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509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846ADBA-4807-893A-D204-19153F1D1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468F84B-51C6-6880-631B-A8E6E4129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294A50-1A3E-10FE-22B5-D6EE03BA2A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0058DA-9833-564B-95FE-A7F9C1C7E468}" type="datetimeFigureOut">
              <a:rPr lang="fr-FR" smtClean="0"/>
              <a:t>12/02/2026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7E6BA8-DBA0-897C-74D4-97D40E7987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B2D7B28-FF68-43B0-7F52-19A64CC02A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F18D13-AC5F-7F43-96EE-72D8BA8B90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687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4D26F-2E33-9579-ED9F-AE0A9C280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E95AC3-5AB4-E2F4-F681-E0B70D5675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0"/>
            <a:ext cx="5904544" cy="869058"/>
          </a:xfrm>
        </p:spPr>
        <p:txBody>
          <a:bodyPr>
            <a:normAutofit fontScale="90000"/>
          </a:bodyPr>
          <a:lstStyle/>
          <a:p>
            <a:r>
              <a:rPr lang="fr-FR" dirty="0"/>
              <a:t>Théorie N2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3DBF3E5-3DFE-0FAC-6B4D-8C5B3145AB06}"/>
              </a:ext>
            </a:extLst>
          </p:cNvPr>
          <p:cNvSpPr txBox="1"/>
          <p:nvPr/>
        </p:nvSpPr>
        <p:spPr>
          <a:xfrm>
            <a:off x="222105" y="1927517"/>
            <a:ext cx="2409639" cy="14465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Théorie de l’activité (2 / 1h)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Archimède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Pression &amp; volume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Consommation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6A37735-8EFA-9CDA-ED6E-699DD54B699E}"/>
              </a:ext>
            </a:extLst>
          </p:cNvPr>
          <p:cNvSpPr txBox="1"/>
          <p:nvPr/>
        </p:nvSpPr>
        <p:spPr>
          <a:xfrm>
            <a:off x="222108" y="178786"/>
            <a:ext cx="2306914" cy="16312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fr-FR" sz="2000" dirty="0"/>
              <a:t>Accueil (1 / 1h)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Programme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Prérogatives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Critères d’évaluation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Cadre fédéral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Assurance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9B540BE-353B-8D31-311E-740FB1404C3A}"/>
              </a:ext>
            </a:extLst>
          </p:cNvPr>
          <p:cNvSpPr txBox="1"/>
          <p:nvPr/>
        </p:nvSpPr>
        <p:spPr>
          <a:xfrm>
            <a:off x="222105" y="3491582"/>
            <a:ext cx="2634439" cy="16312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fr-FR" sz="2000" dirty="0"/>
              <a:t>Désaturation (3 / 2h)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Principes (très basic)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Moyens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Tables (support péda)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Ordinateurs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Gestion dans palanquée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69AD8C5-34BD-5763-5185-A893F9928C43}"/>
              </a:ext>
            </a:extLst>
          </p:cNvPr>
          <p:cNvSpPr txBox="1"/>
          <p:nvPr/>
        </p:nvSpPr>
        <p:spPr>
          <a:xfrm>
            <a:off x="3317072" y="203907"/>
            <a:ext cx="2213235" cy="20621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fr-FR" sz="2000" dirty="0"/>
              <a:t>Accidents (5 / 2h)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Barotraumatisme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ADD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Essoufflement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Froid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Malaise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Narcose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CC550DE-2B3D-A52F-2AAC-667B1D96E7BC}"/>
              </a:ext>
            </a:extLst>
          </p:cNvPr>
          <p:cNvSpPr txBox="1"/>
          <p:nvPr/>
        </p:nvSpPr>
        <p:spPr>
          <a:xfrm>
            <a:off x="3317072" y="2375288"/>
            <a:ext cx="2460684" cy="89255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Matériel (6 / 1h)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Fonctionnement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Entretien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B23934C-3827-802C-2F6A-8287F9774DCC}"/>
              </a:ext>
            </a:extLst>
          </p:cNvPr>
          <p:cNvSpPr txBox="1"/>
          <p:nvPr/>
        </p:nvSpPr>
        <p:spPr>
          <a:xfrm>
            <a:off x="3317072" y="3408573"/>
            <a:ext cx="3388363" cy="113877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fr-FR" sz="2000" dirty="0"/>
              <a:t>Comportement (7 / 1h)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Connaissance du milieu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Evolution dans le milieu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Chartre du plongeur responsable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17DEE83-7E0B-789D-26A7-95BBF1C9C4CF}"/>
              </a:ext>
            </a:extLst>
          </p:cNvPr>
          <p:cNvSpPr txBox="1"/>
          <p:nvPr/>
        </p:nvSpPr>
        <p:spPr>
          <a:xfrm>
            <a:off x="7253416" y="983098"/>
            <a:ext cx="461318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Logistique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Humain: 1 / séance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Lieu: salle/bateau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Matériel: tableau/ vidéo conf / </a:t>
            </a:r>
            <a:r>
              <a:rPr lang="fr-FR" dirty="0" err="1"/>
              <a:t>powerpoint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567C5E7-B554-E2AD-D1EA-965F5C78DBFF}"/>
              </a:ext>
            </a:extLst>
          </p:cNvPr>
          <p:cNvSpPr txBox="1"/>
          <p:nvPr/>
        </p:nvSpPr>
        <p:spPr>
          <a:xfrm>
            <a:off x="3317071" y="4670308"/>
            <a:ext cx="3388363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Planification / Orientation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Sur bateau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A40D109-37F0-017B-36BD-569C97BB08A7}"/>
              </a:ext>
            </a:extLst>
          </p:cNvPr>
          <p:cNvSpPr txBox="1"/>
          <p:nvPr/>
        </p:nvSpPr>
        <p:spPr>
          <a:xfrm>
            <a:off x="7253416" y="2495320"/>
            <a:ext cx="16722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Durée</a:t>
            </a:r>
          </a:p>
          <a:p>
            <a:r>
              <a:rPr lang="fr-FR" dirty="0">
                <a:solidFill>
                  <a:schemeClr val="tx2">
                    <a:lumMod val="75000"/>
                    <a:lumOff val="25000"/>
                  </a:schemeClr>
                </a:solidFill>
              </a:rPr>
              <a:t>7 séances  (9h)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8A3829E-C733-E8A8-EA45-6D42353C1675}"/>
              </a:ext>
            </a:extLst>
          </p:cNvPr>
          <p:cNvSpPr txBox="1"/>
          <p:nvPr/>
        </p:nvSpPr>
        <p:spPr>
          <a:xfrm>
            <a:off x="262837" y="5240313"/>
            <a:ext cx="2409639" cy="113877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Autonomie (4 / 1h)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Autonomie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Sécurité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Panne d’air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736ACB6-CF34-77DE-B54C-B9650EE359B0}"/>
              </a:ext>
            </a:extLst>
          </p:cNvPr>
          <p:cNvSpPr txBox="1"/>
          <p:nvPr/>
        </p:nvSpPr>
        <p:spPr>
          <a:xfrm>
            <a:off x="3459598" y="5765148"/>
            <a:ext cx="3491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Time line pour placer les séances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8EB101B-DBF6-7FEC-416F-C7C1F7CBD64F}"/>
              </a:ext>
            </a:extLst>
          </p:cNvPr>
          <p:cNvSpPr txBox="1"/>
          <p:nvPr/>
        </p:nvSpPr>
        <p:spPr>
          <a:xfrm>
            <a:off x="7799942" y="3822853"/>
            <a:ext cx="36515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Eval = 2/3 questions orale au début</a:t>
            </a:r>
          </a:p>
          <a:p>
            <a:endParaRPr lang="fr-FR" dirty="0"/>
          </a:p>
          <a:p>
            <a:r>
              <a:rPr lang="fr-FR" dirty="0"/>
              <a:t>Quiz &amp;0/12 questions au final</a:t>
            </a:r>
          </a:p>
        </p:txBody>
      </p:sp>
    </p:spTree>
    <p:extLst>
      <p:ext uri="{BB962C8B-B14F-4D97-AF65-F5344CB8AC3E}">
        <p14:creationId xmlns:p14="http://schemas.microsoft.com/office/powerpoint/2010/main" val="372215651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10756</TotalTime>
  <Words>145</Words>
  <Application>Microsoft Macintosh PowerPoint</Application>
  <PresentationFormat>Grand écran</PresentationFormat>
  <Paragraphs>47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Théorie N2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olivier artigue</dc:creator>
  <cp:lastModifiedBy>Olivier Artigue</cp:lastModifiedBy>
  <cp:revision>9</cp:revision>
  <dcterms:created xsi:type="dcterms:W3CDTF">2025-09-21T23:06:32Z</dcterms:created>
  <dcterms:modified xsi:type="dcterms:W3CDTF">2026-02-12T20:43:01Z</dcterms:modified>
</cp:coreProperties>
</file>
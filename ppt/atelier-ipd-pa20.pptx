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1"/>
    <p:restoredTop sz="94595"/>
  </p:normalViewPr>
  <p:slideViewPr>
    <p:cSldViewPr snapToGrid="0">
      <p:cViewPr varScale="1">
        <p:scale>
          <a:sx n="117" d="100"/>
          <a:sy n="117" d="100"/>
        </p:scale>
        <p:origin x="1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62B40-090D-CD4D-AF29-F5FF7EBB3D62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4F421-F00E-074D-A6F9-2134D56B10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13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4F421-F00E-074D-A6F9-2134D56B104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2201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9AC15-2F9E-7AB0-EB23-9306ABCD8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920C97-0C70-354C-787B-04C3801D2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507B7-8A62-C1D5-9B00-EE6CD963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A25723-02D6-FC5E-57CB-49DA3A19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82D840-0379-1615-D920-3F5A58A9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6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22B6A-A053-E4E5-B1F9-00A4B9CF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533891-CE9E-6AE8-970D-1D0DC2114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0D288-1011-17C6-BAB5-1E43FE7E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DE4B6F-50B3-989C-A0D9-4263E344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3646D1-2D97-AF97-85EF-9EEDA7E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49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E76B1-9240-F342-D50E-EEFDC7A7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2B4472-0E90-8F4C-A39F-C26DF8FC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4542C2-7F72-0CDF-FC19-8EECAEAF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F26E37-3213-92BD-1D34-4447AFCC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BFD40-EC3B-0046-EC0A-81725952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46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371EC-FAB2-CB3C-B5ED-CB46DC3C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270E4-01F7-285B-EEE0-BA619B52E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3439DB-7674-469A-69ED-DE07C3CC4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43B70F-0190-EA6A-B04B-56BD43C0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01FC1F-1720-D812-1006-9180AFD8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7AAF23-9BB5-D601-E025-9468874F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12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EFC5E-063F-5A64-F3BF-59699053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F91DFD-BDCC-DB93-5F0C-9B7DB59D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5F3B64-8354-81FC-838E-6DCD580F8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2BC3B-4E78-E4E9-CE9D-735F40C2B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0B8A41-F448-FB07-2D0E-C6AE8FDAA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584554-76F3-7C7B-5EFD-47FD02E4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6D519B-50FE-B808-93BE-6E9CB894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1D269D-642A-703F-326E-A191EFC9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7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9E2CF-7ED7-59E7-78F6-41E74B98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2359E8-ADE2-C5B6-1B2F-C12531B3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6DBC21-79FF-B1A7-728A-2A2865B5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6F6051-ED27-9D12-E32F-72D4B4FC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58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9C047B-1105-576E-BB5F-E3C74B89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7F1442-0E91-19A1-0A23-000C8C19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65620F-BE9A-FBB6-A6B6-270A9415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28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31F50-4F8F-8617-18E7-D03CDB67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0FAA9-AA21-1505-D58A-319C64A7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4F6815-D71C-F3B0-2C27-DFD7D0E8E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341961-D7B8-A4DD-F9C6-DC9F56D3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9D8F1E-454F-877A-8AA1-E2AF524E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1CB8F-695A-F4D3-6096-E7842D70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0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53551-3194-6A78-F9EB-6F6AC6D5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A1755E6-4BF5-43C9-697E-54500022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513E2B-98CC-490A-8177-32E56F78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EE05CE-CC7F-FCD2-3D38-70CA1A98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AD8C10-A04D-6738-BE3B-919401A2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34F2F1-9D94-49BD-2594-D9A00AF7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17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6BD3B-4501-31BF-1147-CB7A59CA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391CF0-E05F-6846-247F-1667ED45A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E3197D-17BB-671A-91F1-E195A58B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EE5A5D-9006-CFEA-3814-A9ADF2B7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77A93-3B3D-EED0-A871-92CA7E11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89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955FB91-A790-4D0E-FC11-72136AAC7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E46840-BBB0-91BC-F1E9-CF3BB3C1A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7BDC8-288E-F60C-D7E3-6F79C7FB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D1564F-0EAB-21F9-8061-C8C84B2B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F30C1A-25A0-5BEF-AA63-9A0F2502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2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7D0CF59-DB30-DAA5-B277-BB642DA1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14CE7B-D5CB-F92C-4FFD-410FD8D12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8F307-E163-90F9-E60B-8BA0EAA32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62964-48FF-B442-ADB9-E9DB1215FFC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4C8767-DAC1-ADC6-D4C3-D7A047B3A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7C143-938B-F217-2EF4-972C5DD5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85DA374-B083-0E62-E701-61C63FDFEA3E}"/>
              </a:ext>
            </a:extLst>
          </p:cNvPr>
          <p:cNvSpPr txBox="1"/>
          <p:nvPr/>
        </p:nvSpPr>
        <p:spPr>
          <a:xfrm>
            <a:off x="0" y="0"/>
            <a:ext cx="66452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dirty="0"/>
              <a:t>Atelier en mer d’assistance au gilet pour 7 prépa PA20 encadré par 3 moniteurs dont vous même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5FEB4FB-959E-2265-5B0D-3D42E2FD186F}"/>
              </a:ext>
            </a:extLst>
          </p:cNvPr>
          <p:cNvGrpSpPr/>
          <p:nvPr/>
        </p:nvGrpSpPr>
        <p:grpSpPr>
          <a:xfrm>
            <a:off x="2200502" y="2380552"/>
            <a:ext cx="3862000" cy="1036531"/>
            <a:chOff x="4600876" y="2392471"/>
            <a:chExt cx="3862000" cy="1036531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BA6F3E35-C79D-EA10-2D1D-A7F3348155EA}"/>
                </a:ext>
              </a:extLst>
            </p:cNvPr>
            <p:cNvGrpSpPr/>
            <p:nvPr/>
          </p:nvGrpSpPr>
          <p:grpSpPr>
            <a:xfrm>
              <a:off x="5248405" y="2392471"/>
              <a:ext cx="3214471" cy="1036531"/>
              <a:chOff x="5248405" y="2392471"/>
              <a:chExt cx="3214471" cy="103653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44193FA-AFB3-CC9C-A843-309AEA295082}"/>
                  </a:ext>
                </a:extLst>
              </p:cNvPr>
              <p:cNvSpPr/>
              <p:nvPr/>
            </p:nvSpPr>
            <p:spPr>
              <a:xfrm>
                <a:off x="5248405" y="2392471"/>
                <a:ext cx="2254685" cy="103652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2" name="Triangle 31">
                <a:extLst>
                  <a:ext uri="{FF2B5EF4-FFF2-40B4-BE49-F238E27FC236}">
                    <a16:creationId xmlns:a16="http://schemas.microsoft.com/office/drawing/2014/main" id="{BB436901-5CC2-7EB4-3572-269FB2CF97EF}"/>
                  </a:ext>
                </a:extLst>
              </p:cNvPr>
              <p:cNvSpPr/>
              <p:nvPr/>
            </p:nvSpPr>
            <p:spPr>
              <a:xfrm rot="5400000">
                <a:off x="7464718" y="2430843"/>
                <a:ext cx="1036530" cy="959787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E9EBEA73-BBFB-B532-D269-C9E09025D1A8}"/>
                </a:ext>
              </a:extLst>
            </p:cNvPr>
            <p:cNvGrpSpPr/>
            <p:nvPr/>
          </p:nvGrpSpPr>
          <p:grpSpPr>
            <a:xfrm>
              <a:off x="4600876" y="3077678"/>
              <a:ext cx="647529" cy="260673"/>
              <a:chOff x="4600876" y="3077678"/>
              <a:chExt cx="647529" cy="260673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2FB04B1-8DF2-7169-EC4D-B720DE9486E8}"/>
                  </a:ext>
                </a:extLst>
              </p:cNvPr>
              <p:cNvSpPr/>
              <p:nvPr/>
            </p:nvSpPr>
            <p:spPr>
              <a:xfrm>
                <a:off x="4600876" y="3185962"/>
                <a:ext cx="64752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DE1386F-E709-B8D9-D373-FF49AFAA213C}"/>
                  </a:ext>
                </a:extLst>
              </p:cNvPr>
              <p:cNvSpPr/>
              <p:nvPr/>
            </p:nvSpPr>
            <p:spPr>
              <a:xfrm>
                <a:off x="5072514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99A9F10-4700-B3FB-3207-4C78BE66CD68}"/>
                  </a:ext>
                </a:extLst>
              </p:cNvPr>
              <p:cNvSpPr/>
              <p:nvPr/>
            </p:nvSpPr>
            <p:spPr>
              <a:xfrm>
                <a:off x="4945779" y="3083281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E74FBC8-45EC-6B76-B0DF-2B0058225CD2}"/>
                  </a:ext>
                </a:extLst>
              </p:cNvPr>
              <p:cNvSpPr/>
              <p:nvPr/>
            </p:nvSpPr>
            <p:spPr>
              <a:xfrm>
                <a:off x="4796872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28788B7-D439-A896-553E-FB1CA0B1845E}"/>
                  </a:ext>
                </a:extLst>
              </p:cNvPr>
              <p:cNvSpPr/>
              <p:nvPr/>
            </p:nvSpPr>
            <p:spPr>
              <a:xfrm>
                <a:off x="4651976" y="3077678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86ACA3-8D13-8ECA-CDA3-DA48EF6982BE}"/>
                </a:ext>
              </a:extLst>
            </p:cNvPr>
            <p:cNvSpPr/>
            <p:nvPr/>
          </p:nvSpPr>
          <p:spPr>
            <a:xfrm>
              <a:off x="5325066" y="3126821"/>
              <a:ext cx="148907" cy="28511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B</a:t>
              </a:r>
            </a:p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S</a:t>
              </a:r>
            </a:p>
          </p:txBody>
        </p: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77DBA472-BAAC-805C-8626-B0AB36DD0B78}"/>
                </a:ext>
              </a:extLst>
            </p:cNvPr>
            <p:cNvGrpSpPr/>
            <p:nvPr/>
          </p:nvGrpSpPr>
          <p:grpSpPr>
            <a:xfrm>
              <a:off x="7544003" y="2726813"/>
              <a:ext cx="431988" cy="490419"/>
              <a:chOff x="7251700" y="4230806"/>
              <a:chExt cx="431988" cy="490419"/>
            </a:xfrm>
          </p:grpSpPr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03E9799D-E012-F6FE-2979-919B7705C4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1700" y="4230806"/>
                <a:ext cx="0" cy="490419"/>
              </a:xfrm>
              <a:prstGeom prst="line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895798-9680-888F-9CB3-53BB44ECA809}"/>
                  </a:ext>
                </a:extLst>
              </p:cNvPr>
              <p:cNvSpPr/>
              <p:nvPr/>
            </p:nvSpPr>
            <p:spPr>
              <a:xfrm>
                <a:off x="7458074" y="4230806"/>
                <a:ext cx="98235" cy="209266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Triangle rectangle 22">
                <a:extLst>
                  <a:ext uri="{FF2B5EF4-FFF2-40B4-BE49-F238E27FC236}">
                    <a16:creationId xmlns:a16="http://schemas.microsoft.com/office/drawing/2014/main" id="{9D216CBD-DCD2-31AB-C5FB-0F8877BB3A6A}"/>
                  </a:ext>
                </a:extLst>
              </p:cNvPr>
              <p:cNvSpPr/>
              <p:nvPr/>
            </p:nvSpPr>
            <p:spPr>
              <a:xfrm rot="5400000">
                <a:off x="7565288" y="4221828"/>
                <a:ext cx="10942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E89A90F-5345-B2EF-F46F-B5633826831B}"/>
                  </a:ext>
                </a:extLst>
              </p:cNvPr>
              <p:cNvSpPr/>
              <p:nvPr/>
            </p:nvSpPr>
            <p:spPr>
              <a:xfrm>
                <a:off x="7251700" y="4230806"/>
                <a:ext cx="206374" cy="209266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Triangle rectangle 24">
                <a:extLst>
                  <a:ext uri="{FF2B5EF4-FFF2-40B4-BE49-F238E27FC236}">
                    <a16:creationId xmlns:a16="http://schemas.microsoft.com/office/drawing/2014/main" id="{AC0866B9-8C4D-9635-E4D7-B61A918D60D0}"/>
                  </a:ext>
                </a:extLst>
              </p:cNvPr>
              <p:cNvSpPr/>
              <p:nvPr/>
            </p:nvSpPr>
            <p:spPr>
              <a:xfrm rot="5400000" flipH="1">
                <a:off x="7573963" y="4330347"/>
                <a:ext cx="9207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FB8EB7-681D-418E-C435-6221975A9C6F}"/>
                </a:ext>
              </a:extLst>
            </p:cNvPr>
            <p:cNvSpPr/>
            <p:nvPr/>
          </p:nvSpPr>
          <p:spPr>
            <a:xfrm>
              <a:off x="6910086" y="2592728"/>
              <a:ext cx="202557" cy="62450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P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O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536A731B-33E4-AC4F-C765-2DBF32CCA0F5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2592728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F0CBB0C7-CFC4-7181-8092-60F4BE9BC647}"/>
                </a:ext>
              </a:extLst>
            </p:cNvPr>
            <p:cNvCxnSpPr>
              <a:cxnSpLocks/>
            </p:cNvCxnSpPr>
            <p:nvPr/>
          </p:nvCxnSpPr>
          <p:spPr>
            <a:xfrm>
              <a:off x="6701742" y="3217231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Plus 13">
              <a:extLst>
                <a:ext uri="{FF2B5EF4-FFF2-40B4-BE49-F238E27FC236}">
                  <a16:creationId xmlns:a16="http://schemas.microsoft.com/office/drawing/2014/main" id="{0508F374-9010-4D10-90D7-0C95C782F6DB}"/>
                </a:ext>
              </a:extLst>
            </p:cNvPr>
            <p:cNvSpPr/>
            <p:nvPr/>
          </p:nvSpPr>
          <p:spPr>
            <a:xfrm>
              <a:off x="6718029" y="3051585"/>
              <a:ext cx="150471" cy="150471"/>
            </a:xfrm>
            <a:prstGeom prst="mathPlus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4760D9C4-3A78-5779-43DB-EC5891EACD83}"/>
                </a:ext>
              </a:extLst>
            </p:cNvPr>
            <p:cNvGrpSpPr/>
            <p:nvPr/>
          </p:nvGrpSpPr>
          <p:grpSpPr>
            <a:xfrm>
              <a:off x="6335338" y="2584786"/>
              <a:ext cx="326995" cy="624035"/>
              <a:chOff x="7848612" y="3775094"/>
              <a:chExt cx="326995" cy="624035"/>
            </a:xfrm>
          </p:grpSpPr>
          <p:sp>
            <p:nvSpPr>
              <p:cNvPr id="16" name="Émoticône 15">
                <a:extLst>
                  <a:ext uri="{FF2B5EF4-FFF2-40B4-BE49-F238E27FC236}">
                    <a16:creationId xmlns:a16="http://schemas.microsoft.com/office/drawing/2014/main" id="{F1A610B0-C79A-00F9-7BA0-6320101AE14B}"/>
                  </a:ext>
                </a:extLst>
              </p:cNvPr>
              <p:cNvSpPr/>
              <p:nvPr/>
            </p:nvSpPr>
            <p:spPr>
              <a:xfrm>
                <a:off x="7911108" y="3775094"/>
                <a:ext cx="202557" cy="191167"/>
              </a:xfrm>
              <a:prstGeom prst="smileyFac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6E7C679C-E3AE-0AB8-3BCD-208EBE293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083" y="3963815"/>
                <a:ext cx="0" cy="20262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eur droit 17">
                <a:extLst>
                  <a:ext uri="{FF2B5EF4-FFF2-40B4-BE49-F238E27FC236}">
                    <a16:creationId xmlns:a16="http://schemas.microsoft.com/office/drawing/2014/main" id="{A8BC2FA5-65D3-DFC7-3B2B-6CA53CCA7288}"/>
                  </a:ext>
                </a:extLst>
              </p:cNvPr>
              <p:cNvCxnSpPr/>
              <p:nvPr/>
            </p:nvCxnSpPr>
            <p:spPr>
              <a:xfrm>
                <a:off x="8012386" y="4154388"/>
                <a:ext cx="163221" cy="230034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eur droit 18">
                <a:extLst>
                  <a:ext uri="{FF2B5EF4-FFF2-40B4-BE49-F238E27FC236}">
                    <a16:creationId xmlns:a16="http://schemas.microsoft.com/office/drawing/2014/main" id="{BAACD0EC-2CFC-47A2-1C66-E05337E187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2472" y="4166443"/>
                <a:ext cx="137371" cy="232686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eur droit 19">
                <a:extLst>
                  <a:ext uri="{FF2B5EF4-FFF2-40B4-BE49-F238E27FC236}">
                    <a16:creationId xmlns:a16="http://schemas.microsoft.com/office/drawing/2014/main" id="{49A50692-FE28-0CE8-8306-B5AA2D46D8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8612" y="4055633"/>
                <a:ext cx="32699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3" name="Tableau 32">
            <a:extLst>
              <a:ext uri="{FF2B5EF4-FFF2-40B4-BE49-F238E27FC236}">
                <a16:creationId xmlns:a16="http://schemas.microsoft.com/office/drawing/2014/main" id="{CC6DF147-1CF7-A969-4AD7-640467B66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209494"/>
              </p:ext>
            </p:extLst>
          </p:nvPr>
        </p:nvGraphicFramePr>
        <p:xfrm>
          <a:off x="7579360" y="141726"/>
          <a:ext cx="4430109" cy="156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643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743463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697584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744717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793893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3 pa20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45min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13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2 pa20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2 pa20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</a:tbl>
          </a:graphicData>
        </a:graphic>
      </p:graphicFrame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C1A1441-B5F2-E3EA-1F51-B2D0181FAD89}"/>
              </a:ext>
            </a:extLst>
          </p:cNvPr>
          <p:cNvCxnSpPr/>
          <p:nvPr/>
        </p:nvCxnSpPr>
        <p:spPr>
          <a:xfrm flipV="1">
            <a:off x="11602995" y="237118"/>
            <a:ext cx="335280" cy="2452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59CCF788-5280-CF66-5785-6ECD139C0D48}"/>
              </a:ext>
            </a:extLst>
          </p:cNvPr>
          <p:cNvCxnSpPr>
            <a:cxnSpLocks/>
          </p:cNvCxnSpPr>
          <p:nvPr/>
        </p:nvCxnSpPr>
        <p:spPr>
          <a:xfrm>
            <a:off x="9337040" y="863600"/>
            <a:ext cx="0" cy="715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0B6A0810-F91B-67A7-4270-FB9FF86D9588}"/>
              </a:ext>
            </a:extLst>
          </p:cNvPr>
          <p:cNvCxnSpPr>
            <a:cxnSpLocks/>
          </p:cNvCxnSpPr>
          <p:nvPr/>
        </p:nvCxnSpPr>
        <p:spPr>
          <a:xfrm>
            <a:off x="10081491" y="863600"/>
            <a:ext cx="0" cy="715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604D3EA1-21F7-1DA6-E05D-3B5713829628}"/>
              </a:ext>
            </a:extLst>
          </p:cNvPr>
          <p:cNvCxnSpPr>
            <a:cxnSpLocks/>
          </p:cNvCxnSpPr>
          <p:nvPr/>
        </p:nvCxnSpPr>
        <p:spPr>
          <a:xfrm>
            <a:off x="10962640" y="863600"/>
            <a:ext cx="0" cy="715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579B095-4DC4-94F8-30FF-B7F359BCB1E3}"/>
              </a:ext>
            </a:extLst>
          </p:cNvPr>
          <p:cNvCxnSpPr>
            <a:cxnSpLocks/>
          </p:cNvCxnSpPr>
          <p:nvPr/>
        </p:nvCxnSpPr>
        <p:spPr>
          <a:xfrm>
            <a:off x="11724640" y="863600"/>
            <a:ext cx="0" cy="715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8CB9CB31-0FF4-CCF9-28A9-405890305EDA}"/>
              </a:ext>
            </a:extLst>
          </p:cNvPr>
          <p:cNvSpPr txBox="1"/>
          <p:nvPr/>
        </p:nvSpPr>
        <p:spPr>
          <a:xfrm>
            <a:off x="6765432" y="141726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*: DP</a:t>
            </a:r>
          </a:p>
        </p:txBody>
      </p:sp>
      <p:sp>
        <p:nvSpPr>
          <p:cNvPr id="45" name="Étoile à 12 branches 44">
            <a:extLst>
              <a:ext uri="{FF2B5EF4-FFF2-40B4-BE49-F238E27FC236}">
                <a16:creationId xmlns:a16="http://schemas.microsoft.com/office/drawing/2014/main" id="{8E5F336C-CCEB-48BE-7E0C-394CA7B20177}"/>
              </a:ext>
            </a:extLst>
          </p:cNvPr>
          <p:cNvSpPr/>
          <p:nvPr/>
        </p:nvSpPr>
        <p:spPr>
          <a:xfrm>
            <a:off x="897584" y="1327883"/>
            <a:ext cx="950609" cy="928541"/>
          </a:xfrm>
          <a:prstGeom prst="star12">
            <a:avLst>
              <a:gd name="adj" fmla="val 3447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F53BA1E6-4A00-9B60-DC25-8641D0C63B6C}"/>
              </a:ext>
            </a:extLst>
          </p:cNvPr>
          <p:cNvCxnSpPr>
            <a:cxnSpLocks/>
          </p:cNvCxnSpPr>
          <p:nvPr/>
        </p:nvCxnSpPr>
        <p:spPr>
          <a:xfrm>
            <a:off x="430288" y="3432237"/>
            <a:ext cx="11267177" cy="4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C0297BC2-B545-DB0C-6B77-C78C76A99669}"/>
              </a:ext>
            </a:extLst>
          </p:cNvPr>
          <p:cNvSpPr/>
          <p:nvPr/>
        </p:nvSpPr>
        <p:spPr>
          <a:xfrm>
            <a:off x="6129499" y="2992750"/>
            <a:ext cx="487680" cy="4691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9ACC34F1-4CB3-8651-1DE1-61C63DA9CC73}"/>
              </a:ext>
            </a:extLst>
          </p:cNvPr>
          <p:cNvCxnSpPr>
            <a:cxnSpLocks/>
          </p:cNvCxnSpPr>
          <p:nvPr/>
        </p:nvCxnSpPr>
        <p:spPr>
          <a:xfrm>
            <a:off x="6373339" y="3461851"/>
            <a:ext cx="0" cy="13263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1FA2BE75-EBD3-59C3-C13C-B5CE1DC6ABC7}"/>
              </a:ext>
            </a:extLst>
          </p:cNvPr>
          <p:cNvSpPr txBox="1"/>
          <p:nvPr/>
        </p:nvSpPr>
        <p:spPr>
          <a:xfrm>
            <a:off x="5449198" y="624131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5C6C3922-3F5C-23F1-D58E-11057CC4046C}"/>
              </a:ext>
            </a:extLst>
          </p:cNvPr>
          <p:cNvSpPr txBox="1"/>
          <p:nvPr/>
        </p:nvSpPr>
        <p:spPr>
          <a:xfrm>
            <a:off x="10694937" y="5245328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5min à 10m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3232762-C7CE-52AD-F342-0C0930057545}"/>
              </a:ext>
            </a:extLst>
          </p:cNvPr>
          <p:cNvSpPr txBox="1"/>
          <p:nvPr/>
        </p:nvSpPr>
        <p:spPr>
          <a:xfrm>
            <a:off x="7984084" y="3575059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5min à 3-5m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C3B6B23C-D3C7-1D09-8166-173D61C2EECC}"/>
              </a:ext>
            </a:extLst>
          </p:cNvPr>
          <p:cNvCxnSpPr>
            <a:cxnSpLocks/>
          </p:cNvCxnSpPr>
          <p:nvPr/>
        </p:nvCxnSpPr>
        <p:spPr>
          <a:xfrm>
            <a:off x="2749958" y="3598776"/>
            <a:ext cx="3525349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DC8104A3-19A7-4354-D9CA-8A5CF263A529}"/>
              </a:ext>
            </a:extLst>
          </p:cNvPr>
          <p:cNvCxnSpPr>
            <a:cxnSpLocks/>
          </p:cNvCxnSpPr>
          <p:nvPr/>
        </p:nvCxnSpPr>
        <p:spPr>
          <a:xfrm>
            <a:off x="6220535" y="3658058"/>
            <a:ext cx="69020" cy="2845987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F2F5D8B6-4A03-AB1C-9290-0916FC9C7FD8}"/>
              </a:ext>
            </a:extLst>
          </p:cNvPr>
          <p:cNvCxnSpPr>
            <a:cxnSpLocks/>
          </p:cNvCxnSpPr>
          <p:nvPr/>
        </p:nvCxnSpPr>
        <p:spPr>
          <a:xfrm flipH="1" flipV="1">
            <a:off x="2900815" y="3490813"/>
            <a:ext cx="6440538" cy="5013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BA048547-6162-847D-B6CC-D4E82E9E5D19}"/>
              </a:ext>
            </a:extLst>
          </p:cNvPr>
          <p:cNvCxnSpPr>
            <a:cxnSpLocks/>
          </p:cNvCxnSpPr>
          <p:nvPr/>
        </p:nvCxnSpPr>
        <p:spPr>
          <a:xfrm flipV="1">
            <a:off x="6943920" y="6056063"/>
            <a:ext cx="0" cy="394154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D06E3290-A516-B6FF-69AA-DA478B7BFC9E}"/>
              </a:ext>
            </a:extLst>
          </p:cNvPr>
          <p:cNvCxnSpPr>
            <a:cxnSpLocks/>
          </p:cNvCxnSpPr>
          <p:nvPr/>
        </p:nvCxnSpPr>
        <p:spPr>
          <a:xfrm flipH="1">
            <a:off x="10392898" y="4711856"/>
            <a:ext cx="302039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7637AB3B-27ED-8776-76E6-93C08D659D75}"/>
              </a:ext>
            </a:extLst>
          </p:cNvPr>
          <p:cNvCxnSpPr>
            <a:cxnSpLocks/>
          </p:cNvCxnSpPr>
          <p:nvPr/>
        </p:nvCxnSpPr>
        <p:spPr>
          <a:xfrm flipV="1">
            <a:off x="9380603" y="3490813"/>
            <a:ext cx="2336" cy="347425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8BE98F24-278C-022F-D190-435A79B4D554}"/>
              </a:ext>
            </a:extLst>
          </p:cNvPr>
          <p:cNvCxnSpPr>
            <a:cxnSpLocks/>
          </p:cNvCxnSpPr>
          <p:nvPr/>
        </p:nvCxnSpPr>
        <p:spPr>
          <a:xfrm flipH="1">
            <a:off x="9368128" y="3830165"/>
            <a:ext cx="936113" cy="8073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77E029AB-2780-73B9-0B55-238F1286C9D5}"/>
              </a:ext>
            </a:extLst>
          </p:cNvPr>
          <p:cNvCxnSpPr>
            <a:cxnSpLocks/>
          </p:cNvCxnSpPr>
          <p:nvPr/>
        </p:nvCxnSpPr>
        <p:spPr>
          <a:xfrm>
            <a:off x="6373339" y="6425984"/>
            <a:ext cx="526373" cy="73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EF0F99D9-4AAB-F112-C386-BC0BF2FCDAC3}"/>
              </a:ext>
            </a:extLst>
          </p:cNvPr>
          <p:cNvGrpSpPr/>
          <p:nvPr/>
        </p:nvGrpSpPr>
        <p:grpSpPr>
          <a:xfrm>
            <a:off x="5883078" y="1208536"/>
            <a:ext cx="951832" cy="856700"/>
            <a:chOff x="8080408" y="3429000"/>
            <a:chExt cx="951832" cy="856700"/>
          </a:xfrm>
        </p:grpSpPr>
        <p:sp>
          <p:nvSpPr>
            <p:cNvPr id="90" name="Forme libre 89">
              <a:extLst>
                <a:ext uri="{FF2B5EF4-FFF2-40B4-BE49-F238E27FC236}">
                  <a16:creationId xmlns:a16="http://schemas.microsoft.com/office/drawing/2014/main" id="{DB00D8C6-A4AD-FC56-AAAE-DF3955FAB9DD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F9C174F1-2F37-59A3-2B05-B67217525A31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20D9C680-655D-F0AE-9038-81ED0D2E5B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0707DBF4-2AC7-87A2-ECF8-B196BB068035}"/>
              </a:ext>
            </a:extLst>
          </p:cNvPr>
          <p:cNvSpPr/>
          <p:nvPr/>
        </p:nvSpPr>
        <p:spPr>
          <a:xfrm>
            <a:off x="2281800" y="6543410"/>
            <a:ext cx="9442840" cy="134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3EA971C3-EC11-9F2B-D0A0-16C2D1B44F72}"/>
              </a:ext>
            </a:extLst>
          </p:cNvPr>
          <p:cNvCxnSpPr>
            <a:cxnSpLocks/>
          </p:cNvCxnSpPr>
          <p:nvPr/>
        </p:nvCxnSpPr>
        <p:spPr>
          <a:xfrm flipH="1">
            <a:off x="11697465" y="4746291"/>
            <a:ext cx="10028" cy="1946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A6F208BB-4868-DD0D-FC3B-3D885031967B}"/>
              </a:ext>
            </a:extLst>
          </p:cNvPr>
          <p:cNvCxnSpPr>
            <a:cxnSpLocks/>
          </p:cNvCxnSpPr>
          <p:nvPr/>
        </p:nvCxnSpPr>
        <p:spPr>
          <a:xfrm flipH="1">
            <a:off x="2276513" y="4755425"/>
            <a:ext cx="10028" cy="1946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7F7ED001-07E5-F304-5649-2E65CC110CA3}"/>
              </a:ext>
            </a:extLst>
          </p:cNvPr>
          <p:cNvCxnSpPr>
            <a:cxnSpLocks/>
          </p:cNvCxnSpPr>
          <p:nvPr/>
        </p:nvCxnSpPr>
        <p:spPr>
          <a:xfrm>
            <a:off x="2276513" y="4733640"/>
            <a:ext cx="94642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35D694D7-531C-DA08-4460-B0E9E5CCD7CF}"/>
              </a:ext>
            </a:extLst>
          </p:cNvPr>
          <p:cNvCxnSpPr>
            <a:cxnSpLocks/>
          </p:cNvCxnSpPr>
          <p:nvPr/>
        </p:nvCxnSpPr>
        <p:spPr>
          <a:xfrm>
            <a:off x="10615213" y="4164971"/>
            <a:ext cx="1082252" cy="546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F6C44728-6631-9A2E-2646-A55FF8066896}"/>
              </a:ext>
            </a:extLst>
          </p:cNvPr>
          <p:cNvCxnSpPr>
            <a:cxnSpLocks/>
          </p:cNvCxnSpPr>
          <p:nvPr/>
        </p:nvCxnSpPr>
        <p:spPr>
          <a:xfrm>
            <a:off x="1205356" y="4160120"/>
            <a:ext cx="1055274" cy="5794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A6ED07A2-FE15-0011-7570-213709EE7ECE}"/>
              </a:ext>
            </a:extLst>
          </p:cNvPr>
          <p:cNvCxnSpPr>
            <a:cxnSpLocks/>
          </p:cNvCxnSpPr>
          <p:nvPr/>
        </p:nvCxnSpPr>
        <p:spPr>
          <a:xfrm>
            <a:off x="10612143" y="3429000"/>
            <a:ext cx="0" cy="7166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37AB36B3-BAD8-CC49-BE74-BA57D16B4F6F}"/>
              </a:ext>
            </a:extLst>
          </p:cNvPr>
          <p:cNvCxnSpPr>
            <a:cxnSpLocks/>
          </p:cNvCxnSpPr>
          <p:nvPr/>
        </p:nvCxnSpPr>
        <p:spPr>
          <a:xfrm>
            <a:off x="1200397" y="3461851"/>
            <a:ext cx="4959" cy="698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DF1F5E2F-90BF-5EB0-E82A-B23E72497335}"/>
              </a:ext>
            </a:extLst>
          </p:cNvPr>
          <p:cNvCxnSpPr>
            <a:cxnSpLocks/>
          </p:cNvCxnSpPr>
          <p:nvPr/>
        </p:nvCxnSpPr>
        <p:spPr>
          <a:xfrm>
            <a:off x="1150942" y="4145624"/>
            <a:ext cx="94642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647AD3D0-E815-6A8B-89C8-3D6834FC61D6}"/>
              </a:ext>
            </a:extLst>
          </p:cNvPr>
          <p:cNvSpPr txBox="1"/>
          <p:nvPr/>
        </p:nvSpPr>
        <p:spPr>
          <a:xfrm>
            <a:off x="9161010" y="4460066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1min à 6m</a:t>
            </a:r>
          </a:p>
        </p:txBody>
      </p: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F9FE1A59-D1FD-7966-DEBB-B413A65C17EE}"/>
              </a:ext>
            </a:extLst>
          </p:cNvPr>
          <p:cNvCxnSpPr>
            <a:cxnSpLocks/>
          </p:cNvCxnSpPr>
          <p:nvPr/>
        </p:nvCxnSpPr>
        <p:spPr>
          <a:xfrm flipH="1">
            <a:off x="6695578" y="4687500"/>
            <a:ext cx="204134" cy="18407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5EAB82D1-BE4A-CBB6-9DC9-4AFC1796EE01}"/>
              </a:ext>
            </a:extLst>
          </p:cNvPr>
          <p:cNvCxnSpPr>
            <a:cxnSpLocks/>
          </p:cNvCxnSpPr>
          <p:nvPr/>
        </p:nvCxnSpPr>
        <p:spPr>
          <a:xfrm>
            <a:off x="6373339" y="4740981"/>
            <a:ext cx="127916" cy="18024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avec flèche 99">
            <a:extLst>
              <a:ext uri="{FF2B5EF4-FFF2-40B4-BE49-F238E27FC236}">
                <a16:creationId xmlns:a16="http://schemas.microsoft.com/office/drawing/2014/main" id="{83F6A44D-1E05-AAD6-4933-934DB38CE2F5}"/>
              </a:ext>
            </a:extLst>
          </p:cNvPr>
          <p:cNvCxnSpPr>
            <a:cxnSpLocks/>
          </p:cNvCxnSpPr>
          <p:nvPr/>
        </p:nvCxnSpPr>
        <p:spPr>
          <a:xfrm>
            <a:off x="6943920" y="6056063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avec flèche 101">
            <a:extLst>
              <a:ext uri="{FF2B5EF4-FFF2-40B4-BE49-F238E27FC236}">
                <a16:creationId xmlns:a16="http://schemas.microsoft.com/office/drawing/2014/main" id="{44A698B6-375B-2A1F-5467-7E9D3F156529}"/>
              </a:ext>
            </a:extLst>
          </p:cNvPr>
          <p:cNvCxnSpPr>
            <a:cxnSpLocks/>
          </p:cNvCxnSpPr>
          <p:nvPr/>
        </p:nvCxnSpPr>
        <p:spPr>
          <a:xfrm>
            <a:off x="7426468" y="6056063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419B70AE-2129-691D-3AF9-88093185BD09}"/>
              </a:ext>
            </a:extLst>
          </p:cNvPr>
          <p:cNvCxnSpPr>
            <a:cxnSpLocks/>
          </p:cNvCxnSpPr>
          <p:nvPr/>
        </p:nvCxnSpPr>
        <p:spPr>
          <a:xfrm>
            <a:off x="7842818" y="6071116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292429F1-ACFC-640C-35D4-8B27B7FB6C98}"/>
              </a:ext>
            </a:extLst>
          </p:cNvPr>
          <p:cNvCxnSpPr>
            <a:cxnSpLocks/>
          </p:cNvCxnSpPr>
          <p:nvPr/>
        </p:nvCxnSpPr>
        <p:spPr>
          <a:xfrm flipV="1">
            <a:off x="7414978" y="6039139"/>
            <a:ext cx="0" cy="394154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avec flèche 104">
            <a:extLst>
              <a:ext uri="{FF2B5EF4-FFF2-40B4-BE49-F238E27FC236}">
                <a16:creationId xmlns:a16="http://schemas.microsoft.com/office/drawing/2014/main" id="{9932BDD9-67C8-FDA0-1BCF-8AF7FF823072}"/>
              </a:ext>
            </a:extLst>
          </p:cNvPr>
          <p:cNvCxnSpPr>
            <a:cxnSpLocks/>
          </p:cNvCxnSpPr>
          <p:nvPr/>
        </p:nvCxnSpPr>
        <p:spPr>
          <a:xfrm flipV="1">
            <a:off x="7842818" y="6050381"/>
            <a:ext cx="0" cy="394154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avec flèche 105">
            <a:extLst>
              <a:ext uri="{FF2B5EF4-FFF2-40B4-BE49-F238E27FC236}">
                <a16:creationId xmlns:a16="http://schemas.microsoft.com/office/drawing/2014/main" id="{9818944F-9816-EB55-9781-3E447B4B1EFB}"/>
              </a:ext>
            </a:extLst>
          </p:cNvPr>
          <p:cNvCxnSpPr>
            <a:cxnSpLocks/>
          </p:cNvCxnSpPr>
          <p:nvPr/>
        </p:nvCxnSpPr>
        <p:spPr>
          <a:xfrm>
            <a:off x="7181101" y="6050381"/>
            <a:ext cx="0" cy="394154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384D505E-6FB4-53FF-EAE5-7F14F704AEEC}"/>
              </a:ext>
            </a:extLst>
          </p:cNvPr>
          <p:cNvCxnSpPr>
            <a:cxnSpLocks/>
          </p:cNvCxnSpPr>
          <p:nvPr/>
        </p:nvCxnSpPr>
        <p:spPr>
          <a:xfrm>
            <a:off x="7181101" y="6444535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avec flèche 109">
            <a:extLst>
              <a:ext uri="{FF2B5EF4-FFF2-40B4-BE49-F238E27FC236}">
                <a16:creationId xmlns:a16="http://schemas.microsoft.com/office/drawing/2014/main" id="{505A397B-A859-C5AB-471C-DF0A8CDB5298}"/>
              </a:ext>
            </a:extLst>
          </p:cNvPr>
          <p:cNvCxnSpPr>
            <a:cxnSpLocks/>
          </p:cNvCxnSpPr>
          <p:nvPr/>
        </p:nvCxnSpPr>
        <p:spPr>
          <a:xfrm>
            <a:off x="7579360" y="6433054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1B5D9DC9-BA46-E36A-8740-4B13CA3F8FE7}"/>
              </a:ext>
            </a:extLst>
          </p:cNvPr>
          <p:cNvCxnSpPr>
            <a:cxnSpLocks/>
          </p:cNvCxnSpPr>
          <p:nvPr/>
        </p:nvCxnSpPr>
        <p:spPr>
          <a:xfrm>
            <a:off x="7607088" y="6050381"/>
            <a:ext cx="0" cy="394154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E148480F-F4D3-5079-E66B-60605801C9F3}"/>
              </a:ext>
            </a:extLst>
          </p:cNvPr>
          <p:cNvCxnSpPr>
            <a:cxnSpLocks/>
          </p:cNvCxnSpPr>
          <p:nvPr/>
        </p:nvCxnSpPr>
        <p:spPr>
          <a:xfrm>
            <a:off x="8105943" y="6081419"/>
            <a:ext cx="0" cy="394154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4845DC44-8144-E084-8D66-8AFB0CBDAF2E}"/>
              </a:ext>
            </a:extLst>
          </p:cNvPr>
          <p:cNvCxnSpPr>
            <a:cxnSpLocks/>
          </p:cNvCxnSpPr>
          <p:nvPr/>
        </p:nvCxnSpPr>
        <p:spPr>
          <a:xfrm>
            <a:off x="8125351" y="6459280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5324249F-0F72-1204-995F-487CFEFA4FC8}"/>
              </a:ext>
            </a:extLst>
          </p:cNvPr>
          <p:cNvCxnSpPr>
            <a:cxnSpLocks/>
          </p:cNvCxnSpPr>
          <p:nvPr/>
        </p:nvCxnSpPr>
        <p:spPr>
          <a:xfrm flipV="1">
            <a:off x="8407884" y="4986413"/>
            <a:ext cx="0" cy="1458122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avec flèche 115">
            <a:extLst>
              <a:ext uri="{FF2B5EF4-FFF2-40B4-BE49-F238E27FC236}">
                <a16:creationId xmlns:a16="http://schemas.microsoft.com/office/drawing/2014/main" id="{56790E38-0AB2-6DD7-FCDB-71C9E1360111}"/>
              </a:ext>
            </a:extLst>
          </p:cNvPr>
          <p:cNvCxnSpPr>
            <a:cxnSpLocks/>
          </p:cNvCxnSpPr>
          <p:nvPr/>
        </p:nvCxnSpPr>
        <p:spPr>
          <a:xfrm>
            <a:off x="8425612" y="5006982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36BAF436-088E-146B-43CC-10A7DA7F37F1}"/>
              </a:ext>
            </a:extLst>
          </p:cNvPr>
          <p:cNvCxnSpPr>
            <a:cxnSpLocks/>
          </p:cNvCxnSpPr>
          <p:nvPr/>
        </p:nvCxnSpPr>
        <p:spPr>
          <a:xfrm>
            <a:off x="8708145" y="4995730"/>
            <a:ext cx="0" cy="1448805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avec flèche 118">
            <a:extLst>
              <a:ext uri="{FF2B5EF4-FFF2-40B4-BE49-F238E27FC236}">
                <a16:creationId xmlns:a16="http://schemas.microsoft.com/office/drawing/2014/main" id="{5FBE69EB-EEF4-0FEB-8611-4EF8F78C4DE4}"/>
              </a:ext>
            </a:extLst>
          </p:cNvPr>
          <p:cNvCxnSpPr>
            <a:cxnSpLocks/>
          </p:cNvCxnSpPr>
          <p:nvPr/>
        </p:nvCxnSpPr>
        <p:spPr>
          <a:xfrm>
            <a:off x="8708145" y="6417691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avec flèche 119">
            <a:extLst>
              <a:ext uri="{FF2B5EF4-FFF2-40B4-BE49-F238E27FC236}">
                <a16:creationId xmlns:a16="http://schemas.microsoft.com/office/drawing/2014/main" id="{1731A2D5-D652-B1F7-BDD5-0C0D6F25E114}"/>
              </a:ext>
            </a:extLst>
          </p:cNvPr>
          <p:cNvCxnSpPr>
            <a:cxnSpLocks/>
          </p:cNvCxnSpPr>
          <p:nvPr/>
        </p:nvCxnSpPr>
        <p:spPr>
          <a:xfrm flipV="1">
            <a:off x="8990678" y="4995730"/>
            <a:ext cx="0" cy="1458122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7FA37D71-3245-1C0B-F528-CF120522C918}"/>
              </a:ext>
            </a:extLst>
          </p:cNvPr>
          <p:cNvCxnSpPr>
            <a:cxnSpLocks/>
          </p:cNvCxnSpPr>
          <p:nvPr/>
        </p:nvCxnSpPr>
        <p:spPr>
          <a:xfrm>
            <a:off x="8990678" y="5058160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A963FF2D-C93B-1B6A-29DD-BD0C721B7623}"/>
              </a:ext>
            </a:extLst>
          </p:cNvPr>
          <p:cNvCxnSpPr>
            <a:cxnSpLocks/>
          </p:cNvCxnSpPr>
          <p:nvPr/>
        </p:nvCxnSpPr>
        <p:spPr>
          <a:xfrm>
            <a:off x="9273211" y="5026768"/>
            <a:ext cx="0" cy="1448805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716C9614-405C-C359-8CBC-6C91E6EAF6DF}"/>
              </a:ext>
            </a:extLst>
          </p:cNvPr>
          <p:cNvCxnSpPr>
            <a:cxnSpLocks/>
          </p:cNvCxnSpPr>
          <p:nvPr/>
        </p:nvCxnSpPr>
        <p:spPr>
          <a:xfrm>
            <a:off x="9273211" y="6417691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75AB132F-A466-2401-6CCD-6BB6A09CBB81}"/>
              </a:ext>
            </a:extLst>
          </p:cNvPr>
          <p:cNvCxnSpPr>
            <a:cxnSpLocks/>
          </p:cNvCxnSpPr>
          <p:nvPr/>
        </p:nvCxnSpPr>
        <p:spPr>
          <a:xfrm flipV="1">
            <a:off x="9554822" y="4975898"/>
            <a:ext cx="0" cy="1458122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A07A8B1A-2A6B-338E-289B-F8D0F34EC73F}"/>
              </a:ext>
            </a:extLst>
          </p:cNvPr>
          <p:cNvCxnSpPr>
            <a:cxnSpLocks/>
          </p:cNvCxnSpPr>
          <p:nvPr/>
        </p:nvCxnSpPr>
        <p:spPr>
          <a:xfrm>
            <a:off x="9554822" y="5055240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avec flèche 125">
            <a:extLst>
              <a:ext uri="{FF2B5EF4-FFF2-40B4-BE49-F238E27FC236}">
                <a16:creationId xmlns:a16="http://schemas.microsoft.com/office/drawing/2014/main" id="{BEA70D1B-C5CA-1EF5-7749-29D4EAC2B62A}"/>
              </a:ext>
            </a:extLst>
          </p:cNvPr>
          <p:cNvCxnSpPr>
            <a:cxnSpLocks/>
          </p:cNvCxnSpPr>
          <p:nvPr/>
        </p:nvCxnSpPr>
        <p:spPr>
          <a:xfrm flipV="1">
            <a:off x="10076947" y="5439266"/>
            <a:ext cx="0" cy="978425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CB903D90-A9A5-7288-F440-FDBB0ACD23DE}"/>
              </a:ext>
            </a:extLst>
          </p:cNvPr>
          <p:cNvCxnSpPr>
            <a:cxnSpLocks/>
          </p:cNvCxnSpPr>
          <p:nvPr/>
        </p:nvCxnSpPr>
        <p:spPr>
          <a:xfrm>
            <a:off x="9794414" y="5055240"/>
            <a:ext cx="0" cy="1448805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11F7B82A-95BC-A109-EF5A-E0DFAA33B132}"/>
              </a:ext>
            </a:extLst>
          </p:cNvPr>
          <p:cNvCxnSpPr>
            <a:cxnSpLocks/>
          </p:cNvCxnSpPr>
          <p:nvPr/>
        </p:nvCxnSpPr>
        <p:spPr>
          <a:xfrm>
            <a:off x="9794414" y="6417691"/>
            <a:ext cx="282533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38EC14C4-AC89-DDF0-369B-B5DF9740F8CF}"/>
              </a:ext>
            </a:extLst>
          </p:cNvPr>
          <p:cNvCxnSpPr>
            <a:cxnSpLocks/>
          </p:cNvCxnSpPr>
          <p:nvPr/>
        </p:nvCxnSpPr>
        <p:spPr>
          <a:xfrm>
            <a:off x="10076947" y="5439266"/>
            <a:ext cx="631902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EDB97DFA-A3C7-B0F5-80DA-0CD3DCC5AE01}"/>
              </a:ext>
            </a:extLst>
          </p:cNvPr>
          <p:cNvCxnSpPr>
            <a:cxnSpLocks/>
          </p:cNvCxnSpPr>
          <p:nvPr/>
        </p:nvCxnSpPr>
        <p:spPr>
          <a:xfrm flipV="1">
            <a:off x="10710114" y="4687500"/>
            <a:ext cx="0" cy="77761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A4BC87E5-F0E3-9065-3B62-2A7674BD9A08}"/>
              </a:ext>
            </a:extLst>
          </p:cNvPr>
          <p:cNvCxnSpPr>
            <a:cxnSpLocks/>
          </p:cNvCxnSpPr>
          <p:nvPr/>
        </p:nvCxnSpPr>
        <p:spPr>
          <a:xfrm flipV="1">
            <a:off x="10392898" y="3787312"/>
            <a:ext cx="0" cy="924544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ZoneTexte 143">
            <a:extLst>
              <a:ext uri="{FF2B5EF4-FFF2-40B4-BE49-F238E27FC236}">
                <a16:creationId xmlns:a16="http://schemas.microsoft.com/office/drawing/2014/main" id="{AC186D83-0062-B82E-9722-C5A95472BF6B}"/>
              </a:ext>
            </a:extLst>
          </p:cNvPr>
          <p:cNvSpPr txBox="1"/>
          <p:nvPr/>
        </p:nvSpPr>
        <p:spPr>
          <a:xfrm>
            <a:off x="2226092" y="940903"/>
            <a:ext cx="2414251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Club francien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7 pa20 adultes, 6 fosses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3/10 plongée, séjour technique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Crique des géants</a:t>
            </a:r>
          </a:p>
        </p:txBody>
      </p:sp>
      <p:cxnSp>
        <p:nvCxnSpPr>
          <p:cNvPr id="148" name="Connecteur droit 147">
            <a:extLst>
              <a:ext uri="{FF2B5EF4-FFF2-40B4-BE49-F238E27FC236}">
                <a16:creationId xmlns:a16="http://schemas.microsoft.com/office/drawing/2014/main" id="{B91A475E-12F8-3E14-9971-014F48589980}"/>
              </a:ext>
            </a:extLst>
          </p:cNvPr>
          <p:cNvCxnSpPr>
            <a:cxnSpLocks/>
          </p:cNvCxnSpPr>
          <p:nvPr/>
        </p:nvCxnSpPr>
        <p:spPr>
          <a:xfrm>
            <a:off x="2211784" y="5245328"/>
            <a:ext cx="946427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ZoneTexte 148">
            <a:extLst>
              <a:ext uri="{FF2B5EF4-FFF2-40B4-BE49-F238E27FC236}">
                <a16:creationId xmlns:a16="http://schemas.microsoft.com/office/drawing/2014/main" id="{EFE5670E-D409-D43F-E7C4-511FB7E64FA7}"/>
              </a:ext>
            </a:extLst>
          </p:cNvPr>
          <p:cNvSpPr txBox="1"/>
          <p:nvPr/>
        </p:nvSpPr>
        <p:spPr>
          <a:xfrm>
            <a:off x="7901188" y="492044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8m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E95A9C1B-0433-AAAB-B730-2DB9F1543767}"/>
              </a:ext>
            </a:extLst>
          </p:cNvPr>
          <p:cNvSpPr txBox="1"/>
          <p:nvPr/>
        </p:nvSpPr>
        <p:spPr>
          <a:xfrm>
            <a:off x="237031" y="4932464"/>
            <a:ext cx="2836568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Barge alu, bloc 12l double sortie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Poss: CDS 322-78-1 et 322-78-2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/>
              <a:t>Moyen de communication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/>
              <a:t>Eau douce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 err="1"/>
              <a:t>Bavu</a:t>
            </a:r>
            <a:r>
              <a:rPr lang="fr-FR" sz="1200" dirty="0"/>
              <a:t> + 3 </a:t>
            </a:r>
            <a:r>
              <a:rPr lang="fr-FR" sz="1200" dirty="0" err="1"/>
              <a:t>mask</a:t>
            </a:r>
            <a:r>
              <a:rPr lang="fr-FR" sz="1200" dirty="0"/>
              <a:t> de 3 tailles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/>
              <a:t>Mask haute concentration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/>
              <a:t>Ensemble oxygénothérapie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/>
              <a:t>Couverture isotherme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/>
              <a:t>Fiches d’évacuation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29E3A4FD-5427-DC7F-89A3-0A2E8E2DC795}"/>
              </a:ext>
            </a:extLst>
          </p:cNvPr>
          <p:cNvSpPr txBox="1"/>
          <p:nvPr/>
        </p:nvSpPr>
        <p:spPr>
          <a:xfrm>
            <a:off x="7579360" y="1932864"/>
            <a:ext cx="1488549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fr-FR" sz="1200" dirty="0"/>
              <a:t>Assistance au gilet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Démarrage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Remontée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Arrêt stabilisé</a:t>
            </a:r>
          </a:p>
        </p:txBody>
      </p:sp>
      <p:cxnSp>
        <p:nvCxnSpPr>
          <p:cNvPr id="151" name="Connecteur droit 150">
            <a:extLst>
              <a:ext uri="{FF2B5EF4-FFF2-40B4-BE49-F238E27FC236}">
                <a16:creationId xmlns:a16="http://schemas.microsoft.com/office/drawing/2014/main" id="{DAC978C8-0648-880C-3D7E-7BDC91B36B55}"/>
              </a:ext>
            </a:extLst>
          </p:cNvPr>
          <p:cNvCxnSpPr>
            <a:cxnSpLocks/>
          </p:cNvCxnSpPr>
          <p:nvPr/>
        </p:nvCxnSpPr>
        <p:spPr>
          <a:xfrm>
            <a:off x="3073599" y="6039139"/>
            <a:ext cx="861676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311B400-5898-C6FD-D69E-40BD55867679}"/>
              </a:ext>
            </a:extLst>
          </p:cNvPr>
          <p:cNvSpPr txBox="1"/>
          <p:nvPr/>
        </p:nvSpPr>
        <p:spPr>
          <a:xfrm>
            <a:off x="7298788" y="5701077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15 m</a:t>
            </a:r>
          </a:p>
        </p:txBody>
      </p:sp>
    </p:spTree>
    <p:extLst>
      <p:ext uri="{BB962C8B-B14F-4D97-AF65-F5344CB8AC3E}">
        <p14:creationId xmlns:p14="http://schemas.microsoft.com/office/powerpoint/2010/main" val="12581260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16402</TotalTime>
  <Words>117</Words>
  <Application>Microsoft Macintosh PowerPoint</Application>
  <PresentationFormat>Grand écran</PresentationFormat>
  <Paragraphs>48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16</cp:revision>
  <dcterms:created xsi:type="dcterms:W3CDTF">2025-09-29T11:28:50Z</dcterms:created>
  <dcterms:modified xsi:type="dcterms:W3CDTF">2026-03-26T20:10:02Z</dcterms:modified>
</cp:coreProperties>
</file>
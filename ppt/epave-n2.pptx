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4"/>
    <p:restoredTop sz="94669"/>
  </p:normalViewPr>
  <p:slideViewPr>
    <p:cSldViewPr snapToGrid="0">
      <p:cViewPr>
        <p:scale>
          <a:sx n="125" d="100"/>
          <a:sy n="125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757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/>
              <a:t>Plongée sur l’épave: </a:t>
            </a:r>
            <a:r>
              <a:rPr lang="fr-FR" sz="3200" dirty="0" err="1"/>
              <a:t>Hukai</a:t>
            </a:r>
            <a:endParaRPr lang="fr-FR" sz="320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5FEB4FB-959E-2265-5B0D-3D42E2FD186F}"/>
              </a:ext>
            </a:extLst>
          </p:cNvPr>
          <p:cNvGrpSpPr/>
          <p:nvPr/>
        </p:nvGrpSpPr>
        <p:grpSpPr>
          <a:xfrm>
            <a:off x="2783240" y="2392469"/>
            <a:ext cx="3862000" cy="1036531"/>
            <a:chOff x="4600876" y="2392471"/>
            <a:chExt cx="3862000" cy="1036531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A6F3E35-C79D-EA10-2D1D-A7F3348155EA}"/>
                </a:ext>
              </a:extLst>
            </p:cNvPr>
            <p:cNvGrpSpPr/>
            <p:nvPr/>
          </p:nvGrpSpPr>
          <p:grpSpPr>
            <a:xfrm>
              <a:off x="5248405" y="2392471"/>
              <a:ext cx="3214471" cy="1036531"/>
              <a:chOff x="5248405" y="2392471"/>
              <a:chExt cx="3214471" cy="103653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44193FA-AFB3-CC9C-A843-309AEA295082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Triangle 31">
                <a:extLst>
                  <a:ext uri="{FF2B5EF4-FFF2-40B4-BE49-F238E27FC236}">
                    <a16:creationId xmlns:a16="http://schemas.microsoft.com/office/drawing/2014/main" id="{BB436901-5CC2-7EB4-3572-269FB2CF97EF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E9EBEA73-BBFB-B532-D269-C9E09025D1A8}"/>
                </a:ext>
              </a:extLst>
            </p:cNvPr>
            <p:cNvGrpSpPr/>
            <p:nvPr/>
          </p:nvGrpSpPr>
          <p:grpSpPr>
            <a:xfrm>
              <a:off x="4600876" y="3077678"/>
              <a:ext cx="647529" cy="260673"/>
              <a:chOff x="4600876" y="3077678"/>
              <a:chExt cx="647529" cy="260673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2FB04B1-8DF2-7169-EC4D-B720DE9486E8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DE1386F-E709-B8D9-D373-FF49AFAA213C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99A9F10-4700-B3FB-3207-4C78BE66CD68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E74FBC8-45EC-6B76-B0DF-2B0058225CD2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8788B7-D439-A896-553E-FB1CA0B1845E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86ACA3-8D13-8ECA-CDA3-DA48EF6982BE}"/>
                </a:ext>
              </a:extLst>
            </p:cNvPr>
            <p:cNvSpPr/>
            <p:nvPr/>
          </p:nvSpPr>
          <p:spPr>
            <a:xfrm>
              <a:off x="5325066" y="312682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7DBA472-BAAC-805C-8626-B0AB36DD0B78}"/>
                </a:ext>
              </a:extLst>
            </p:cNvPr>
            <p:cNvGrpSpPr/>
            <p:nvPr/>
          </p:nvGrpSpPr>
          <p:grpSpPr>
            <a:xfrm>
              <a:off x="7544003" y="2726813"/>
              <a:ext cx="431988" cy="490419"/>
              <a:chOff x="7251700" y="4230806"/>
              <a:chExt cx="431988" cy="490419"/>
            </a:xfrm>
          </p:grpSpPr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03E9799D-E012-F6FE-2979-919B7705C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895798-9680-888F-9CB3-53BB44ECA809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Triangle rectangle 22">
                <a:extLst>
                  <a:ext uri="{FF2B5EF4-FFF2-40B4-BE49-F238E27FC236}">
                    <a16:creationId xmlns:a16="http://schemas.microsoft.com/office/drawing/2014/main" id="{9D216CBD-DCD2-31AB-C5FB-0F8877BB3A6A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9A90F-5345-B2EF-F46F-B5633826831B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Triangle rectangle 24">
                <a:extLst>
                  <a:ext uri="{FF2B5EF4-FFF2-40B4-BE49-F238E27FC236}">
                    <a16:creationId xmlns:a16="http://schemas.microsoft.com/office/drawing/2014/main" id="{AC0866B9-8C4D-9635-E4D7-B61A918D60D0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FB8EB7-681D-418E-C435-6221975A9C6F}"/>
                </a:ext>
              </a:extLst>
            </p:cNvPr>
            <p:cNvSpPr/>
            <p:nvPr/>
          </p:nvSpPr>
          <p:spPr>
            <a:xfrm>
              <a:off x="6910086" y="259272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536A731B-33E4-AC4F-C765-2DBF32CCA0F5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259272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F0CBB0C7-CFC4-7181-8092-60F4BE9BC647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321723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Plus 13">
              <a:extLst>
                <a:ext uri="{FF2B5EF4-FFF2-40B4-BE49-F238E27FC236}">
                  <a16:creationId xmlns:a16="http://schemas.microsoft.com/office/drawing/2014/main" id="{0508F374-9010-4D10-90D7-0C95C782F6DB}"/>
                </a:ext>
              </a:extLst>
            </p:cNvPr>
            <p:cNvSpPr/>
            <p:nvPr/>
          </p:nvSpPr>
          <p:spPr>
            <a:xfrm>
              <a:off x="6718029" y="305158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4760D9C4-3A78-5779-43DB-EC5891EACD83}"/>
                </a:ext>
              </a:extLst>
            </p:cNvPr>
            <p:cNvGrpSpPr/>
            <p:nvPr/>
          </p:nvGrpSpPr>
          <p:grpSpPr>
            <a:xfrm>
              <a:off x="6335338" y="2584786"/>
              <a:ext cx="326995" cy="624035"/>
              <a:chOff x="7848612" y="3775094"/>
              <a:chExt cx="326995" cy="624035"/>
            </a:xfrm>
          </p:grpSpPr>
          <p:sp>
            <p:nvSpPr>
              <p:cNvPr id="16" name="Émoticône 15">
                <a:extLst>
                  <a:ext uri="{FF2B5EF4-FFF2-40B4-BE49-F238E27FC236}">
                    <a16:creationId xmlns:a16="http://schemas.microsoft.com/office/drawing/2014/main" id="{F1A610B0-C79A-00F9-7BA0-6320101AE14B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6E7C679C-E3AE-0AB8-3BCD-208EBE29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A8BC2FA5-65D3-DFC7-3B2B-6CA53CCA7288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BAACD0EC-2CFC-47A2-1C66-E05337E187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49A50692-FE28-0CE8-8306-B5AA2D46D8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96323"/>
              </p:ext>
            </p:extLst>
          </p:nvPr>
        </p:nvGraphicFramePr>
        <p:xfrm>
          <a:off x="7579360" y="141726"/>
          <a:ext cx="4501546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59CCF788-5280-CF66-5785-6ECD139C0D48}"/>
              </a:ext>
            </a:extLst>
          </p:cNvPr>
          <p:cNvCxnSpPr>
            <a:cxnSpLocks/>
          </p:cNvCxnSpPr>
          <p:nvPr/>
        </p:nvCxnSpPr>
        <p:spPr>
          <a:xfrm>
            <a:off x="933704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10920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604D3EA1-21F7-1DA6-E05D-3B5713829628}"/>
              </a:ext>
            </a:extLst>
          </p:cNvPr>
          <p:cNvCxnSpPr>
            <a:cxnSpLocks/>
          </p:cNvCxnSpPr>
          <p:nvPr/>
        </p:nvCxnSpPr>
        <p:spPr>
          <a:xfrm>
            <a:off x="1096264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579B095-4DC4-94F8-30FF-B7F359BCB1E3}"/>
              </a:ext>
            </a:extLst>
          </p:cNvPr>
          <p:cNvCxnSpPr>
            <a:cxnSpLocks/>
          </p:cNvCxnSpPr>
          <p:nvPr/>
        </p:nvCxnSpPr>
        <p:spPr>
          <a:xfrm>
            <a:off x="1172464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897584" y="1327883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5F8340-8024-507F-0374-B5BE3AEF2ABA}"/>
              </a:ext>
            </a:extLst>
          </p:cNvPr>
          <p:cNvSpPr/>
          <p:nvPr/>
        </p:nvSpPr>
        <p:spPr>
          <a:xfrm>
            <a:off x="701040" y="5975925"/>
            <a:ext cx="6400800" cy="56274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Triangle rectangle 46">
            <a:extLst>
              <a:ext uri="{FF2B5EF4-FFF2-40B4-BE49-F238E27FC236}">
                <a16:creationId xmlns:a16="http://schemas.microsoft.com/office/drawing/2014/main" id="{E7158E76-85A7-8D95-B400-9AE7FD627013}"/>
              </a:ext>
            </a:extLst>
          </p:cNvPr>
          <p:cNvSpPr/>
          <p:nvPr/>
        </p:nvSpPr>
        <p:spPr>
          <a:xfrm rot="5400000">
            <a:off x="7110216" y="5676856"/>
            <a:ext cx="853440" cy="87019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Cadre 49">
            <a:extLst>
              <a:ext uri="{FF2B5EF4-FFF2-40B4-BE49-F238E27FC236}">
                <a16:creationId xmlns:a16="http://schemas.microsoft.com/office/drawing/2014/main" id="{B15D8AC8-AADA-511A-5861-BC7D08A9E2C6}"/>
              </a:ext>
            </a:extLst>
          </p:cNvPr>
          <p:cNvSpPr/>
          <p:nvPr/>
        </p:nvSpPr>
        <p:spPr>
          <a:xfrm>
            <a:off x="701040" y="5340871"/>
            <a:ext cx="2153920" cy="635053"/>
          </a:xfrm>
          <a:prstGeom prst="fram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Document 43">
            <a:extLst>
              <a:ext uri="{FF2B5EF4-FFF2-40B4-BE49-F238E27FC236}">
                <a16:creationId xmlns:a16="http://schemas.microsoft.com/office/drawing/2014/main" id="{7689C17F-CA15-02B9-EF39-CBB6979A8872}"/>
              </a:ext>
            </a:extLst>
          </p:cNvPr>
          <p:cNvSpPr/>
          <p:nvPr/>
        </p:nvSpPr>
        <p:spPr>
          <a:xfrm rot="10800000">
            <a:off x="111760" y="6378197"/>
            <a:ext cx="8249919" cy="320949"/>
          </a:xfrm>
          <a:prstGeom prst="flowChartDocumen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30288" y="3432237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7738221" y="3269378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E504E8-C8C7-7DCF-A081-ECF340D3EBEC}"/>
              </a:ext>
            </a:extLst>
          </p:cNvPr>
          <p:cNvSpPr/>
          <p:nvPr/>
        </p:nvSpPr>
        <p:spPr>
          <a:xfrm>
            <a:off x="484507" y="3215284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stCxn id="52" idx="4"/>
            <a:endCxn id="47" idx="0"/>
          </p:cNvCxnSpPr>
          <p:nvPr/>
        </p:nvCxnSpPr>
        <p:spPr>
          <a:xfrm flipH="1">
            <a:off x="7972033" y="3738479"/>
            <a:ext cx="10028" cy="194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AF3809-56DF-7A69-B136-C31DA28BC001}"/>
              </a:ext>
            </a:extLst>
          </p:cNvPr>
          <p:cNvCxnSpPr>
            <a:stCxn id="51" idx="4"/>
          </p:cNvCxnSpPr>
          <p:nvPr/>
        </p:nvCxnSpPr>
        <p:spPr>
          <a:xfrm flipH="1">
            <a:off x="700721" y="3684385"/>
            <a:ext cx="27626" cy="16697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7579360" y="614340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40m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3410805" y="568673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35m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1533844" y="499573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28m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>
            <a:off x="6030976" y="3332746"/>
            <a:ext cx="16151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8117229" y="3738479"/>
            <a:ext cx="0" cy="2518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/>
          <p:nvPr/>
        </p:nvCxnSpPr>
        <p:spPr>
          <a:xfrm flipH="1">
            <a:off x="4463808" y="6328074"/>
            <a:ext cx="2996045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4463808" y="5685232"/>
            <a:ext cx="0" cy="57206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2900815" y="5685232"/>
            <a:ext cx="156299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83FD89F-798E-1D21-7BCF-6D373B857062}"/>
              </a:ext>
            </a:extLst>
          </p:cNvPr>
          <p:cNvCxnSpPr>
            <a:cxnSpLocks/>
          </p:cNvCxnSpPr>
          <p:nvPr/>
        </p:nvCxnSpPr>
        <p:spPr>
          <a:xfrm flipV="1">
            <a:off x="2900815" y="4995730"/>
            <a:ext cx="0" cy="570567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637AB3B-27ED-8776-76E6-93C08D659D75}"/>
              </a:ext>
            </a:extLst>
          </p:cNvPr>
          <p:cNvCxnSpPr>
            <a:cxnSpLocks/>
          </p:cNvCxnSpPr>
          <p:nvPr/>
        </p:nvCxnSpPr>
        <p:spPr>
          <a:xfrm flipV="1">
            <a:off x="484507" y="3684385"/>
            <a:ext cx="0" cy="131134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BE98F24-278C-022F-D190-435A79B4D554}"/>
              </a:ext>
            </a:extLst>
          </p:cNvPr>
          <p:cNvCxnSpPr>
            <a:cxnSpLocks/>
          </p:cNvCxnSpPr>
          <p:nvPr/>
        </p:nvCxnSpPr>
        <p:spPr>
          <a:xfrm flipH="1" flipV="1">
            <a:off x="565553" y="4986413"/>
            <a:ext cx="2268787" cy="2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E029AB-2780-73B9-0B55-238F1286C9D5}"/>
              </a:ext>
            </a:extLst>
          </p:cNvPr>
          <p:cNvCxnSpPr>
            <a:cxnSpLocks/>
          </p:cNvCxnSpPr>
          <p:nvPr/>
        </p:nvCxnSpPr>
        <p:spPr>
          <a:xfrm>
            <a:off x="994509" y="3328732"/>
            <a:ext cx="16151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6537838" y="4073947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4" name="Tableau 93">
            <a:extLst>
              <a:ext uri="{FF2B5EF4-FFF2-40B4-BE49-F238E27FC236}">
                <a16:creationId xmlns:a16="http://schemas.microsoft.com/office/drawing/2014/main" id="{530CD1D5-7748-81FC-23F7-B417D7B9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98456"/>
              </p:ext>
            </p:extLst>
          </p:nvPr>
        </p:nvGraphicFramePr>
        <p:xfrm>
          <a:off x="8816407" y="4046727"/>
          <a:ext cx="2954228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763">
                  <a:extLst>
                    <a:ext uri="{9D8B030D-6E8A-4147-A177-3AD203B41FA5}">
                      <a16:colId xmlns:a16="http://schemas.microsoft.com/office/drawing/2014/main" val="3272287285"/>
                    </a:ext>
                  </a:extLst>
                </a:gridCol>
                <a:gridCol w="1791465">
                  <a:extLst>
                    <a:ext uri="{9D8B030D-6E8A-4147-A177-3AD203B41FA5}">
                      <a16:colId xmlns:a16="http://schemas.microsoft.com/office/drawing/2014/main" val="123296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 b="0" dirty="0">
                          <a:solidFill>
                            <a:schemeClr val="tx1"/>
                          </a:solidFill>
                        </a:rPr>
                        <a:t>Pleine eau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>
                          <a:solidFill>
                            <a:schemeClr val="tx1"/>
                          </a:solidFill>
                        </a:rPr>
                        <a:t>Parachute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668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Départ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Toutes 3 min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5304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Remontée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100b / DTR: 10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5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Epave</a:t>
                      </a:r>
                    </a:p>
                    <a:p>
                      <a:endParaRPr lang="fr-FR" sz="16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Rentre pas</a:t>
                      </a:r>
                    </a:p>
                    <a:p>
                      <a:endParaRPr lang="fr-FR" sz="16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2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126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077EED6-19C0-4CCA-2CD3-CE7685005A24}"/>
              </a:ext>
            </a:extLst>
          </p:cNvPr>
          <p:cNvSpPr/>
          <p:nvPr/>
        </p:nvSpPr>
        <p:spPr>
          <a:xfrm>
            <a:off x="157593" y="3447696"/>
            <a:ext cx="7302964" cy="30777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2C0520-5A9E-D855-1A68-09C3E669A5CF}"/>
              </a:ext>
            </a:extLst>
          </p:cNvPr>
          <p:cNvSpPr/>
          <p:nvPr/>
        </p:nvSpPr>
        <p:spPr>
          <a:xfrm>
            <a:off x="7828767" y="1037935"/>
            <a:ext cx="3695178" cy="20027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69CAAE-DFE8-41CE-673F-48A7D8A58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93" y="76640"/>
            <a:ext cx="7477095" cy="826735"/>
          </a:xfrm>
        </p:spPr>
        <p:txBody>
          <a:bodyPr>
            <a:normAutofit/>
          </a:bodyPr>
          <a:lstStyle/>
          <a:p>
            <a:r>
              <a:rPr lang="fr-FR" sz="2800" dirty="0"/>
              <a:t>Plongée épave N2: Sur l’épave </a:t>
            </a:r>
            <a:r>
              <a:rPr lang="fr-FR" sz="2800" dirty="0" err="1"/>
              <a:t>Hukai</a:t>
            </a:r>
            <a:br>
              <a:rPr lang="fr-FR" sz="2800" dirty="0"/>
            </a:br>
            <a:r>
              <a:rPr lang="fr-FR" sz="2200" dirty="0"/>
              <a:t>5</a:t>
            </a:r>
            <a:r>
              <a:rPr lang="fr-FR" sz="2200" baseline="30000" dirty="0"/>
              <a:t>ème</a:t>
            </a:r>
            <a:r>
              <a:rPr lang="fr-FR" sz="2200" dirty="0"/>
              <a:t> plongée du séjour</a:t>
            </a:r>
          </a:p>
        </p:txBody>
      </p:sp>
      <p:sp>
        <p:nvSpPr>
          <p:cNvPr id="4" name="Arc plein 3">
            <a:extLst>
              <a:ext uri="{FF2B5EF4-FFF2-40B4-BE49-F238E27FC236}">
                <a16:creationId xmlns:a16="http://schemas.microsoft.com/office/drawing/2014/main" id="{3AAF5E33-D0EC-E054-162D-1ED087F98105}"/>
              </a:ext>
            </a:extLst>
          </p:cNvPr>
          <p:cNvSpPr/>
          <p:nvPr/>
        </p:nvSpPr>
        <p:spPr>
          <a:xfrm>
            <a:off x="7634689" y="793215"/>
            <a:ext cx="3988106" cy="2426465"/>
          </a:xfrm>
          <a:prstGeom prst="blockArc">
            <a:avLst>
              <a:gd name="adj1" fmla="val 10800000"/>
              <a:gd name="adj2" fmla="val 22333"/>
              <a:gd name="adj3" fmla="val 1228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77BBA-2D89-2286-E167-58AC9442AF2D}"/>
              </a:ext>
            </a:extLst>
          </p:cNvPr>
          <p:cNvSpPr/>
          <p:nvPr/>
        </p:nvSpPr>
        <p:spPr>
          <a:xfrm>
            <a:off x="7634689" y="2006447"/>
            <a:ext cx="297455" cy="10342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888F9-9260-F5E4-BC18-22720C1EC4F7}"/>
              </a:ext>
            </a:extLst>
          </p:cNvPr>
          <p:cNvSpPr/>
          <p:nvPr/>
        </p:nvSpPr>
        <p:spPr>
          <a:xfrm>
            <a:off x="11325340" y="2006447"/>
            <a:ext cx="297455" cy="10342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A515E-AA3A-0A4D-A21B-A0BDCFA558B9}"/>
              </a:ext>
            </a:extLst>
          </p:cNvPr>
          <p:cNvSpPr/>
          <p:nvPr/>
        </p:nvSpPr>
        <p:spPr>
          <a:xfrm>
            <a:off x="9188067" y="2280492"/>
            <a:ext cx="473727" cy="34152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C40F2B4-B025-3CED-2780-954FB77D1319}"/>
              </a:ext>
            </a:extLst>
          </p:cNvPr>
          <p:cNvSpPr/>
          <p:nvPr/>
        </p:nvSpPr>
        <p:spPr>
          <a:xfrm rot="5400000">
            <a:off x="9707696" y="2214390"/>
            <a:ext cx="341522" cy="473725"/>
          </a:xfrm>
          <a:prstGeom prst="triangle">
            <a:avLst>
              <a:gd name="adj" fmla="val 49999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E06EB24-EDC1-BFCC-09BE-92FE2DDB8B6F}"/>
              </a:ext>
            </a:extLst>
          </p:cNvPr>
          <p:cNvSpPr/>
          <p:nvPr/>
        </p:nvSpPr>
        <p:spPr>
          <a:xfrm>
            <a:off x="8431574" y="2297015"/>
            <a:ext cx="374575" cy="341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A8B495A-035F-6067-0AFB-FBE56AA7A3EF}"/>
              </a:ext>
            </a:extLst>
          </p:cNvPr>
          <p:cNvSpPr/>
          <p:nvPr/>
        </p:nvSpPr>
        <p:spPr>
          <a:xfrm flipH="1" flipV="1">
            <a:off x="10375134" y="2280491"/>
            <a:ext cx="387426" cy="341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2B226B7-643B-4CBF-CC06-26EC37F61C06}"/>
              </a:ext>
            </a:extLst>
          </p:cNvPr>
          <p:cNvCxnSpPr>
            <a:stCxn id="8" idx="0"/>
            <a:endCxn id="11" idx="6"/>
          </p:cNvCxnSpPr>
          <p:nvPr/>
        </p:nvCxnSpPr>
        <p:spPr>
          <a:xfrm>
            <a:off x="10115320" y="2451250"/>
            <a:ext cx="259814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FCCFE691-DBE7-1A14-6CBF-CC770E529BF9}"/>
              </a:ext>
            </a:extLst>
          </p:cNvPr>
          <p:cNvCxnSpPr>
            <a:cxnSpLocks/>
            <a:stCxn id="7" idx="1"/>
            <a:endCxn id="9" idx="6"/>
          </p:cNvCxnSpPr>
          <p:nvPr/>
        </p:nvCxnSpPr>
        <p:spPr>
          <a:xfrm flipH="1">
            <a:off x="8806149" y="2451253"/>
            <a:ext cx="381918" cy="16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6A7780A-2DD4-8628-023C-2BAAF047E1CE}"/>
              </a:ext>
            </a:extLst>
          </p:cNvPr>
          <p:cNvSpPr txBox="1"/>
          <p:nvPr/>
        </p:nvSpPr>
        <p:spPr>
          <a:xfrm>
            <a:off x="7634689" y="3429000"/>
            <a:ext cx="3988106" cy="30777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Site: </a:t>
            </a:r>
            <a:r>
              <a:rPr lang="fr-FR" b="1" dirty="0" err="1"/>
              <a:t>Hukai</a:t>
            </a:r>
            <a:r>
              <a:rPr lang="fr-FR" b="1" dirty="0"/>
              <a:t> (Indonésie)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Epave d’une jonque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Dimension: 40m X 8m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Hauteur: 12m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Profondeur max: 40m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Mer d’huile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Visibilité: 40m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Météo: Pas de vent, soleil, 32 degrés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Une bouée jaune à l’avant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Une bouée blanche à l’arrière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Orientation: D’Est en Ouest dans crypte de </a:t>
            </a:r>
            <a:r>
              <a:rPr lang="fr-FR" sz="1600" dirty="0" err="1"/>
              <a:t>Fookai</a:t>
            </a:r>
            <a:endParaRPr lang="fr-FR" sz="16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95DFF8C-DE7D-B6CC-F832-BBCF82522ED8}"/>
              </a:ext>
            </a:extLst>
          </p:cNvPr>
          <p:cNvSpPr txBox="1"/>
          <p:nvPr/>
        </p:nvSpPr>
        <p:spPr>
          <a:xfrm>
            <a:off x="157594" y="1037935"/>
            <a:ext cx="4082064" cy="23391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Plongeurs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Origine: Club francilien, 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16 N2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4 avec moins de 10 plongées à plus de 35m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12 avec plus de 20 plongées à plus de 35m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moniteurs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71E2181-169B-DF3C-58B1-EF4846C0C8FD}"/>
              </a:ext>
            </a:extLst>
          </p:cNvPr>
          <p:cNvSpPr txBox="1"/>
          <p:nvPr/>
        </p:nvSpPr>
        <p:spPr>
          <a:xfrm>
            <a:off x="4445609" y="2207486"/>
            <a:ext cx="3014948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Palanquées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N2 par moniteurs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N2 moins expérimenté par moniteur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A0AE5E3-B1B9-E97C-B939-EFC84730D4DF}"/>
              </a:ext>
            </a:extLst>
          </p:cNvPr>
          <p:cNvSpPr txBox="1"/>
          <p:nvPr/>
        </p:nvSpPr>
        <p:spPr>
          <a:xfrm>
            <a:off x="4445609" y="1037935"/>
            <a:ext cx="3014948" cy="1107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Bateau plongeurs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Capacité: 30 places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Mise à l’eau par l’arrière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Amarré sur la bouée jaune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7CD3997-A0C8-16B5-CC0D-4817AB8F7399}"/>
              </a:ext>
            </a:extLst>
          </p:cNvPr>
          <p:cNvSpPr txBox="1"/>
          <p:nvPr/>
        </p:nvSpPr>
        <p:spPr>
          <a:xfrm>
            <a:off x="157594" y="3797792"/>
            <a:ext cx="294074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Pointer les plongeurs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Rappel: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Emplacement oxygène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Bloc de sécurité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Moyen de rappel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Rappel protocole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Pertes de palanquée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Rupture paliers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Rappel 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Loin bateau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Détresse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C3E5A1E-5C23-FE6F-DE9B-342C362FED79}"/>
              </a:ext>
            </a:extLst>
          </p:cNvPr>
          <p:cNvSpPr txBox="1"/>
          <p:nvPr/>
        </p:nvSpPr>
        <p:spPr>
          <a:xfrm>
            <a:off x="3232489" y="3811296"/>
            <a:ext cx="42130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Présentation du site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Epave sur 40m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 au bout à l’avant du bateau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Paramètres plongée: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40m max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</a:t>
            </a:r>
            <a:r>
              <a:rPr lang="fr-FR" sz="1600" dirty="0">
                <a:sym typeface="Wingdings" pitchFamily="2" charset="2"/>
              </a:rPr>
              <a:t> (la première condition)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>
                <a:sym typeface="Wingdings" pitchFamily="2" charset="2"/>
              </a:rPr>
              <a:t>DTR à 10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>
                <a:sym typeface="Wingdings" pitchFamily="2" charset="2"/>
              </a:rPr>
              <a:t>80 bars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>
                <a:sym typeface="Wingdings" pitchFamily="2" charset="2"/>
              </a:rPr>
              <a:t>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ym typeface="Wingdings" pitchFamily="2" charset="2"/>
              </a:rPr>
              <a:t>Faune locale</a:t>
            </a:r>
            <a:endParaRPr lang="fr-FR" sz="16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4E9B670-2390-48B4-6E57-6431DC0A546D}"/>
              </a:ext>
            </a:extLst>
          </p:cNvPr>
          <p:cNvSpPr txBox="1"/>
          <p:nvPr/>
        </p:nvSpPr>
        <p:spPr>
          <a:xfrm>
            <a:off x="157594" y="3429000"/>
            <a:ext cx="724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Briefing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B6F0EA-CB65-3677-878C-7FA7A4F227BF}"/>
              </a:ext>
            </a:extLst>
          </p:cNvPr>
          <p:cNvSpPr/>
          <p:nvPr/>
        </p:nvSpPr>
        <p:spPr>
          <a:xfrm>
            <a:off x="7634689" y="576197"/>
            <a:ext cx="3988106" cy="4814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riangle rectangle 26">
            <a:extLst>
              <a:ext uri="{FF2B5EF4-FFF2-40B4-BE49-F238E27FC236}">
                <a16:creationId xmlns:a16="http://schemas.microsoft.com/office/drawing/2014/main" id="{47A79C5A-6150-A84B-21AB-14A21E5D263B}"/>
              </a:ext>
            </a:extLst>
          </p:cNvPr>
          <p:cNvSpPr/>
          <p:nvPr/>
        </p:nvSpPr>
        <p:spPr>
          <a:xfrm rot="5400000">
            <a:off x="7629557" y="980960"/>
            <a:ext cx="958166" cy="947903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riangle rectangle 27">
            <a:extLst>
              <a:ext uri="{FF2B5EF4-FFF2-40B4-BE49-F238E27FC236}">
                <a16:creationId xmlns:a16="http://schemas.microsoft.com/office/drawing/2014/main" id="{0AAA9236-C719-7647-2EAA-5968E81EF5F1}"/>
              </a:ext>
            </a:extLst>
          </p:cNvPr>
          <p:cNvSpPr/>
          <p:nvPr/>
        </p:nvSpPr>
        <p:spPr>
          <a:xfrm rot="10800000">
            <a:off x="10664629" y="965482"/>
            <a:ext cx="958166" cy="947903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F319CE1-0359-A07B-EB2D-8EBCAB647B9F}"/>
              </a:ext>
            </a:extLst>
          </p:cNvPr>
          <p:cNvSpPr txBox="1"/>
          <p:nvPr/>
        </p:nvSpPr>
        <p:spPr>
          <a:xfrm>
            <a:off x="7932144" y="2770342"/>
            <a:ext cx="3393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40m</a:t>
            </a:r>
          </a:p>
        </p:txBody>
      </p:sp>
    </p:spTree>
    <p:extLst>
      <p:ext uri="{BB962C8B-B14F-4D97-AF65-F5344CB8AC3E}">
        <p14:creationId xmlns:p14="http://schemas.microsoft.com/office/powerpoint/2010/main" val="60532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Étoile à 12 branches 32">
            <a:extLst>
              <a:ext uri="{FF2B5EF4-FFF2-40B4-BE49-F238E27FC236}">
                <a16:creationId xmlns:a16="http://schemas.microsoft.com/office/drawing/2014/main" id="{CD929949-3B39-57B3-42FA-AC66DF7735F7}"/>
              </a:ext>
            </a:extLst>
          </p:cNvPr>
          <p:cNvSpPr/>
          <p:nvPr/>
        </p:nvSpPr>
        <p:spPr>
          <a:xfrm>
            <a:off x="4505311" y="1527858"/>
            <a:ext cx="306729" cy="335666"/>
          </a:xfrm>
          <a:prstGeom prst="star12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D80BFFAB-2D0B-61F9-0542-D357FA8E796C}"/>
              </a:ext>
            </a:extLst>
          </p:cNvPr>
          <p:cNvGrpSpPr/>
          <p:nvPr/>
        </p:nvGrpSpPr>
        <p:grpSpPr>
          <a:xfrm>
            <a:off x="2406316" y="3266231"/>
            <a:ext cx="3862000" cy="1036531"/>
            <a:chOff x="4600876" y="2392471"/>
            <a:chExt cx="3862000" cy="1036531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3C427E35-6115-1BE4-6339-A46B87E46A3C}"/>
                </a:ext>
              </a:extLst>
            </p:cNvPr>
            <p:cNvGrpSpPr/>
            <p:nvPr/>
          </p:nvGrpSpPr>
          <p:grpSpPr>
            <a:xfrm>
              <a:off x="5248405" y="2392471"/>
              <a:ext cx="3214471" cy="1036531"/>
              <a:chOff x="5248405" y="2392471"/>
              <a:chExt cx="3214471" cy="103653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15EAF3-BD93-CCB7-F57C-078BC2F3AE97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Triangle 4">
                <a:extLst>
                  <a:ext uri="{FF2B5EF4-FFF2-40B4-BE49-F238E27FC236}">
                    <a16:creationId xmlns:a16="http://schemas.microsoft.com/office/drawing/2014/main" id="{9C64DA13-FE9E-36AA-C5E3-6F3E50EEEECD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CF97D152-BE3C-F247-7128-010ACA342E7F}"/>
                </a:ext>
              </a:extLst>
            </p:cNvPr>
            <p:cNvGrpSpPr/>
            <p:nvPr/>
          </p:nvGrpSpPr>
          <p:grpSpPr>
            <a:xfrm>
              <a:off x="4600876" y="3077678"/>
              <a:ext cx="647529" cy="260673"/>
              <a:chOff x="4600876" y="3077678"/>
              <a:chExt cx="647529" cy="26067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2DFC04B-1520-2A64-67AD-B94EF64090B3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D52204F-BD74-445D-F528-B872A9EEAF32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82798D-A6C1-91DD-F726-BDE31DBC1306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446B7F-A44F-3213-71E9-3FC1F32532C7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C7DA6C8-DEAA-41B2-AAE8-6F1EDB7EC287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90A276A-E329-C17D-C0CA-894E6001CEFC}"/>
                </a:ext>
              </a:extLst>
            </p:cNvPr>
            <p:cNvSpPr/>
            <p:nvPr/>
          </p:nvSpPr>
          <p:spPr>
            <a:xfrm>
              <a:off x="5325066" y="312682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B35F1901-A77F-1D0A-CF6F-6619B404841D}"/>
                </a:ext>
              </a:extLst>
            </p:cNvPr>
            <p:cNvGrpSpPr/>
            <p:nvPr/>
          </p:nvGrpSpPr>
          <p:grpSpPr>
            <a:xfrm>
              <a:off x="7544003" y="2726813"/>
              <a:ext cx="431988" cy="490419"/>
              <a:chOff x="7251700" y="4230806"/>
              <a:chExt cx="431988" cy="490419"/>
            </a:xfrm>
          </p:grpSpPr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26EFE8EB-9EFF-5261-7BFD-1C0344A38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93B119-AE2F-E566-B0DD-AF55E006C688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Triangle rectangle 14">
                <a:extLst>
                  <a:ext uri="{FF2B5EF4-FFF2-40B4-BE49-F238E27FC236}">
                    <a16:creationId xmlns:a16="http://schemas.microsoft.com/office/drawing/2014/main" id="{A16588E7-14A9-6375-9B22-7D641F6AAE54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2CE5365-DA22-C418-3DD1-2DA95D093163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Triangle rectangle 16">
                <a:extLst>
                  <a:ext uri="{FF2B5EF4-FFF2-40B4-BE49-F238E27FC236}">
                    <a16:creationId xmlns:a16="http://schemas.microsoft.com/office/drawing/2014/main" id="{B09C9DB4-82A7-E70D-E20F-2E5A92AF2727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3E225A-98B9-0051-DB0F-446304428A35}"/>
                </a:ext>
              </a:extLst>
            </p:cNvPr>
            <p:cNvSpPr/>
            <p:nvPr/>
          </p:nvSpPr>
          <p:spPr>
            <a:xfrm>
              <a:off x="6910086" y="259272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42A87C63-3347-5FA2-B932-87D78D466BB5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259272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C5F9B842-76D9-ED22-8420-1AFF791218A4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321723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Plus 31">
              <a:extLst>
                <a:ext uri="{FF2B5EF4-FFF2-40B4-BE49-F238E27FC236}">
                  <a16:creationId xmlns:a16="http://schemas.microsoft.com/office/drawing/2014/main" id="{0C9BDA21-C015-F39F-563C-9380A556FF9E}"/>
                </a:ext>
              </a:extLst>
            </p:cNvPr>
            <p:cNvSpPr/>
            <p:nvPr/>
          </p:nvSpPr>
          <p:spPr>
            <a:xfrm>
              <a:off x="6718029" y="305158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F4D68B3C-6729-B2FF-C1B5-EBFD37DD317F}"/>
                </a:ext>
              </a:extLst>
            </p:cNvPr>
            <p:cNvGrpSpPr/>
            <p:nvPr/>
          </p:nvGrpSpPr>
          <p:grpSpPr>
            <a:xfrm>
              <a:off x="6335338" y="2584786"/>
              <a:ext cx="326995" cy="624035"/>
              <a:chOff x="7848612" y="3775094"/>
              <a:chExt cx="326995" cy="624035"/>
            </a:xfrm>
          </p:grpSpPr>
          <p:sp>
            <p:nvSpPr>
              <p:cNvPr id="34" name="Émoticône 33">
                <a:extLst>
                  <a:ext uri="{FF2B5EF4-FFF2-40B4-BE49-F238E27FC236}">
                    <a16:creationId xmlns:a16="http://schemas.microsoft.com/office/drawing/2014/main" id="{DF0E30DD-06AA-6D15-A23F-08BEEDA20113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5104188A-B1B9-BDF7-4680-F6F1F5AF6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F8BC2342-47D6-C000-D1D2-E3C2375F967E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EA1E64CC-01D7-F9AE-5FA4-6B80E419A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2BB8B408-209B-D88D-1E50-B8E4F282B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77" name="Tableau 76">
            <a:extLst>
              <a:ext uri="{FF2B5EF4-FFF2-40B4-BE49-F238E27FC236}">
                <a16:creationId xmlns:a16="http://schemas.microsoft.com/office/drawing/2014/main" id="{2B339F71-A8D9-F8E1-5FED-BFC75D446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631975"/>
              </p:ext>
            </p:extLst>
          </p:nvPr>
        </p:nvGraphicFramePr>
        <p:xfrm>
          <a:off x="7503088" y="224081"/>
          <a:ext cx="4536903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129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D140A2B9-C6B0-D765-294B-806B90D72A3E}"/>
              </a:ext>
            </a:extLst>
          </p:cNvPr>
          <p:cNvCxnSpPr/>
          <p:nvPr/>
        </p:nvCxnSpPr>
        <p:spPr>
          <a:xfrm flipV="1">
            <a:off x="11562080" y="319473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cument 79">
            <a:extLst>
              <a:ext uri="{FF2B5EF4-FFF2-40B4-BE49-F238E27FC236}">
                <a16:creationId xmlns:a16="http://schemas.microsoft.com/office/drawing/2014/main" id="{6DAE7094-B59E-5F1D-DBDB-4368219E785B}"/>
              </a:ext>
            </a:extLst>
          </p:cNvPr>
          <p:cNvSpPr/>
          <p:nvPr/>
        </p:nvSpPr>
        <p:spPr>
          <a:xfrm rot="10800000">
            <a:off x="2966720" y="6337064"/>
            <a:ext cx="8249919" cy="320949"/>
          </a:xfrm>
          <a:prstGeom prst="flowChartDocumen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37E4BE36-6F1B-FF67-635E-E04CF4392497}"/>
              </a:ext>
            </a:extLst>
          </p:cNvPr>
          <p:cNvGrpSpPr/>
          <p:nvPr/>
        </p:nvGrpSpPr>
        <p:grpSpPr>
          <a:xfrm>
            <a:off x="8080408" y="3429000"/>
            <a:ext cx="951832" cy="856700"/>
            <a:chOff x="8080408" y="3429000"/>
            <a:chExt cx="951832" cy="856700"/>
          </a:xfrm>
        </p:grpSpPr>
        <p:sp>
          <p:nvSpPr>
            <p:cNvPr id="81" name="Forme libre 80">
              <a:extLst>
                <a:ext uri="{FF2B5EF4-FFF2-40B4-BE49-F238E27FC236}">
                  <a16:creationId xmlns:a16="http://schemas.microsoft.com/office/drawing/2014/main" id="{21A58987-8A93-EFD8-DC84-8C80B84B1690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F34B01D7-3ACE-4E0C-3022-459307BC0240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eur droit 85">
              <a:extLst>
                <a:ext uri="{FF2B5EF4-FFF2-40B4-BE49-F238E27FC236}">
                  <a16:creationId xmlns:a16="http://schemas.microsoft.com/office/drawing/2014/main" id="{88D1D61C-1D76-BA84-D4B6-483D55635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029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6063</TotalTime>
  <Words>257</Words>
  <Application>Microsoft Macintosh PowerPoint</Application>
  <PresentationFormat>Grand écran</PresentationFormat>
  <Paragraphs>103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Thème Office</vt:lpstr>
      <vt:lpstr>Présentation PowerPoint</vt:lpstr>
      <vt:lpstr>Plongée épave N2: Sur l’épave Hukai 5ème plongée du séjour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7</cp:revision>
  <dcterms:created xsi:type="dcterms:W3CDTF">2025-09-29T11:28:50Z</dcterms:created>
  <dcterms:modified xsi:type="dcterms:W3CDTF">2025-10-03T16:32:05Z</dcterms:modified>
</cp:coreProperties>
</file>
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/>
    <p:restoredTop sz="94694"/>
  </p:normalViewPr>
  <p:slideViewPr>
    <p:cSldViewPr snapToGrid="0">
      <p:cViewPr varScale="1">
        <p:scale>
          <a:sx n="107" d="100"/>
          <a:sy n="107" d="100"/>
        </p:scale>
        <p:origin x="152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9AC15-2F9E-7AB0-EB23-9306ABCD8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20C97-0C70-354C-787B-04C3801D2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507B7-8A62-C1D5-9B00-EE6CD963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25723-02D6-FC5E-57CB-49DA3A1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D840-0379-1615-D920-3F5A58A9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6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22B6A-A053-E4E5-B1F9-00A4B9C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33891-CE9E-6AE8-970D-1D0DC211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0D288-1011-17C6-BAB5-1E43FE7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E4B6F-50B3-989C-A0D9-4263E34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646D1-2D97-AF97-85EF-9EEDA7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E76B1-9240-F342-D50E-EEFDC7A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2B4472-0E90-8F4C-A39F-C26DF8FC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542C2-7F72-0CDF-FC19-8EECAEAF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F26E37-3213-92BD-1D34-4447AFCC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BFD40-EC3B-0046-EC0A-81725952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6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371EC-FAB2-CB3C-B5ED-CB46DC3C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70E4-01F7-285B-EEE0-BA619B52E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439DB-7674-469A-69ED-DE07C3CC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3B70F-0190-EA6A-B04B-56BD43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1FC1F-1720-D812-1006-9180AFD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AAF23-9BB5-D601-E025-9468874F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12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EFC5E-063F-5A64-F3BF-5969905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91DFD-BDCC-DB93-5F0C-9B7DB59D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F3B64-8354-81FC-838E-6DCD580F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2BC3B-4E78-E4E9-CE9D-735F40C2B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B8A41-F448-FB07-2D0E-C6AE8FDAA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584554-76F3-7C7B-5EFD-47FD02E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D519B-50FE-B808-93BE-6E9CB894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D269D-642A-703F-326E-A191EFC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9E2CF-7ED7-59E7-78F6-41E74B9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2359E8-ADE2-C5B6-1B2F-C12531B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6DBC21-79FF-B1A7-728A-2A2865B5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6F6051-ED27-9D12-E32F-72D4B4FC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58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9C047B-1105-576E-BB5F-E3C74B8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F1442-0E91-19A1-0A23-000C8C19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620F-BE9A-FBB6-A6B6-270A941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2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31F50-4F8F-8617-18E7-D03CDB67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0FAA9-AA21-1505-D58A-319C64A7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4F6815-D71C-F3B0-2C27-DFD7D0E8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341961-D7B8-A4DD-F9C6-DC9F56D3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D8F1E-454F-877A-8AA1-E2AF524E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1CB8F-695A-F4D3-6096-E7842D7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53551-3194-6A78-F9EB-6F6AC6D5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1755E6-4BF5-43C9-697E-54500022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13E2B-98CC-490A-8177-32E56F78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EE05CE-CC7F-FCD2-3D38-70CA1A98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D8C10-A04D-6738-BE3B-919401A2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34F2F1-9D94-49BD-2594-D9A00AF7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1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BD3B-4501-31BF-1147-CB7A59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391CF0-E05F-6846-247F-1667ED45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E3197D-17BB-671A-91F1-E195A58B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EE5A5D-9006-CFEA-3814-A9ADF2B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77A93-3B3D-EED0-A871-92CA7E1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8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5FB91-A790-4D0E-FC11-72136AAC7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E46840-BBB0-91BC-F1E9-CF3BB3C1A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7BDC8-288E-F60C-D7E3-6F79C7F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1564F-0EAB-21F9-8061-C8C84B2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30C1A-25A0-5BEF-AA63-9A0F2502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D0CF59-DB30-DAA5-B277-BB642DA1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4CE7B-D5CB-F92C-4FFD-410FD8D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8F307-E163-90F9-E60B-8BA0EAA3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62964-48FF-B442-ADB9-E9DB1215FFC5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C8767-DAC1-ADC6-D4C3-D7A047B3A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C143-938B-F217-2EF4-972C5DD5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Étoile à 12 branches 32">
            <a:extLst>
              <a:ext uri="{FF2B5EF4-FFF2-40B4-BE49-F238E27FC236}">
                <a16:creationId xmlns:a16="http://schemas.microsoft.com/office/drawing/2014/main" id="{CD929949-3B39-57B3-42FA-AC66DF7735F7}"/>
              </a:ext>
            </a:extLst>
          </p:cNvPr>
          <p:cNvSpPr/>
          <p:nvPr/>
        </p:nvSpPr>
        <p:spPr>
          <a:xfrm>
            <a:off x="4505311" y="1527858"/>
            <a:ext cx="306729" cy="335666"/>
          </a:xfrm>
          <a:prstGeom prst="star12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FD02DCD8-BA30-69C0-F2F6-C97BEEE8E2AE}"/>
              </a:ext>
            </a:extLst>
          </p:cNvPr>
          <p:cNvGrpSpPr/>
          <p:nvPr/>
        </p:nvGrpSpPr>
        <p:grpSpPr>
          <a:xfrm>
            <a:off x="2406316" y="3266231"/>
            <a:ext cx="3862000" cy="1036531"/>
            <a:chOff x="2406316" y="3266231"/>
            <a:chExt cx="3862000" cy="1036531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3C427E35-6115-1BE4-6339-A46B87E46A3C}"/>
                </a:ext>
              </a:extLst>
            </p:cNvPr>
            <p:cNvGrpSpPr/>
            <p:nvPr/>
          </p:nvGrpSpPr>
          <p:grpSpPr>
            <a:xfrm>
              <a:off x="3053845" y="3266231"/>
              <a:ext cx="3214471" cy="1036531"/>
              <a:chOff x="5248405" y="2392471"/>
              <a:chExt cx="3214471" cy="103653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15EAF3-BD93-CCB7-F57C-078BC2F3AE97}"/>
                  </a:ext>
                </a:extLst>
              </p:cNvPr>
              <p:cNvSpPr/>
              <p:nvPr/>
            </p:nvSpPr>
            <p:spPr>
              <a:xfrm>
                <a:off x="5248405" y="2392471"/>
                <a:ext cx="2254685" cy="103652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" name="Triangle 4">
                <a:extLst>
                  <a:ext uri="{FF2B5EF4-FFF2-40B4-BE49-F238E27FC236}">
                    <a16:creationId xmlns:a16="http://schemas.microsoft.com/office/drawing/2014/main" id="{9C64DA13-FE9E-36AA-C5E3-6F3E50EEEECD}"/>
                  </a:ext>
                </a:extLst>
              </p:cNvPr>
              <p:cNvSpPr/>
              <p:nvPr/>
            </p:nvSpPr>
            <p:spPr>
              <a:xfrm rot="5400000">
                <a:off x="7464718" y="2430843"/>
                <a:ext cx="1036530" cy="959787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CF97D152-BE3C-F247-7128-010ACA342E7F}"/>
                </a:ext>
              </a:extLst>
            </p:cNvPr>
            <p:cNvGrpSpPr/>
            <p:nvPr/>
          </p:nvGrpSpPr>
          <p:grpSpPr>
            <a:xfrm>
              <a:off x="2406316" y="3951438"/>
              <a:ext cx="647529" cy="260673"/>
              <a:chOff x="4600876" y="3077678"/>
              <a:chExt cx="647529" cy="26067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2DFC04B-1520-2A64-67AD-B94EF64090B3}"/>
                  </a:ext>
                </a:extLst>
              </p:cNvPr>
              <p:cNvSpPr/>
              <p:nvPr/>
            </p:nvSpPr>
            <p:spPr>
              <a:xfrm>
                <a:off x="4600876" y="3185962"/>
                <a:ext cx="64752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D52204F-BD74-445D-F528-B872A9EEAF32}"/>
                  </a:ext>
                </a:extLst>
              </p:cNvPr>
              <p:cNvSpPr/>
              <p:nvPr/>
            </p:nvSpPr>
            <p:spPr>
              <a:xfrm>
                <a:off x="5072514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82798D-A6C1-91DD-F726-BDE31DBC1306}"/>
                  </a:ext>
                </a:extLst>
              </p:cNvPr>
              <p:cNvSpPr/>
              <p:nvPr/>
            </p:nvSpPr>
            <p:spPr>
              <a:xfrm>
                <a:off x="4945779" y="3083281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446B7F-A44F-3213-71E9-3FC1F32532C7}"/>
                  </a:ext>
                </a:extLst>
              </p:cNvPr>
              <p:cNvSpPr/>
              <p:nvPr/>
            </p:nvSpPr>
            <p:spPr>
              <a:xfrm>
                <a:off x="4796872" y="3080084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C7DA6C8-DEAA-41B2-AAE8-6F1EDB7EC287}"/>
                  </a:ext>
                </a:extLst>
              </p:cNvPr>
              <p:cNvSpPr/>
              <p:nvPr/>
            </p:nvSpPr>
            <p:spPr>
              <a:xfrm>
                <a:off x="4651976" y="3077678"/>
                <a:ext cx="45719" cy="25507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90A276A-E329-C17D-C0CA-894E6001CEFC}"/>
                </a:ext>
              </a:extLst>
            </p:cNvPr>
            <p:cNvSpPr/>
            <p:nvPr/>
          </p:nvSpPr>
          <p:spPr>
            <a:xfrm>
              <a:off x="3130506" y="4000581"/>
              <a:ext cx="148907" cy="28511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B</a:t>
              </a:r>
            </a:p>
            <a:p>
              <a:pPr algn="ctr"/>
              <a:r>
                <a:rPr lang="fr-FR" sz="1000" dirty="0">
                  <a:solidFill>
                    <a:srgbClr val="FF0000"/>
                  </a:solidFill>
                </a:rPr>
                <a:t>S</a:t>
              </a:r>
            </a:p>
          </p:txBody>
        </p: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B35F1901-A77F-1D0A-CF6F-6619B404841D}"/>
                </a:ext>
              </a:extLst>
            </p:cNvPr>
            <p:cNvGrpSpPr/>
            <p:nvPr/>
          </p:nvGrpSpPr>
          <p:grpSpPr>
            <a:xfrm>
              <a:off x="5349443" y="3600573"/>
              <a:ext cx="431988" cy="490419"/>
              <a:chOff x="7251700" y="4230806"/>
              <a:chExt cx="431988" cy="490419"/>
            </a:xfrm>
          </p:grpSpPr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26EFE8EB-9EFF-5261-7BFD-1C0344A38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1700" y="4230806"/>
                <a:ext cx="0" cy="490419"/>
              </a:xfrm>
              <a:prstGeom prst="line">
                <a:avLst/>
              </a:prstGeom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93B119-AE2F-E566-B0DD-AF55E006C688}"/>
                  </a:ext>
                </a:extLst>
              </p:cNvPr>
              <p:cNvSpPr/>
              <p:nvPr/>
            </p:nvSpPr>
            <p:spPr>
              <a:xfrm>
                <a:off x="7458074" y="4230806"/>
                <a:ext cx="98235" cy="209266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Triangle rectangle 14">
                <a:extLst>
                  <a:ext uri="{FF2B5EF4-FFF2-40B4-BE49-F238E27FC236}">
                    <a16:creationId xmlns:a16="http://schemas.microsoft.com/office/drawing/2014/main" id="{A16588E7-14A9-6375-9B22-7D641F6AAE54}"/>
                  </a:ext>
                </a:extLst>
              </p:cNvPr>
              <p:cNvSpPr/>
              <p:nvPr/>
            </p:nvSpPr>
            <p:spPr>
              <a:xfrm rot="5400000">
                <a:off x="7565288" y="4221828"/>
                <a:ext cx="10942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2CE5365-DA22-C418-3DD1-2DA95D093163}"/>
                  </a:ext>
                </a:extLst>
              </p:cNvPr>
              <p:cNvSpPr/>
              <p:nvPr/>
            </p:nvSpPr>
            <p:spPr>
              <a:xfrm>
                <a:off x="7251700" y="4230806"/>
                <a:ext cx="206374" cy="209266"/>
              </a:xfrm>
              <a:prstGeom prst="rect">
                <a:avLst/>
              </a:prstGeom>
              <a:solidFill>
                <a:schemeClr val="bg2"/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Triangle rectangle 16">
                <a:extLst>
                  <a:ext uri="{FF2B5EF4-FFF2-40B4-BE49-F238E27FC236}">
                    <a16:creationId xmlns:a16="http://schemas.microsoft.com/office/drawing/2014/main" id="{B09C9DB4-82A7-E70D-E20F-2E5A92AF2727}"/>
                  </a:ext>
                </a:extLst>
              </p:cNvPr>
              <p:cNvSpPr/>
              <p:nvPr/>
            </p:nvSpPr>
            <p:spPr>
              <a:xfrm rot="5400000" flipH="1">
                <a:off x="7573963" y="4330347"/>
                <a:ext cx="92071" cy="127379"/>
              </a:xfrm>
              <a:prstGeom prst="rt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 w="635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3E225A-98B9-0051-DB0F-446304428A35}"/>
                </a:ext>
              </a:extLst>
            </p:cNvPr>
            <p:cNvSpPr/>
            <p:nvPr/>
          </p:nvSpPr>
          <p:spPr>
            <a:xfrm>
              <a:off x="4715526" y="3466488"/>
              <a:ext cx="202557" cy="624503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P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O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42A87C63-3347-5FA2-B932-87D78D466BB5}"/>
                </a:ext>
              </a:extLst>
            </p:cNvPr>
            <p:cNvCxnSpPr>
              <a:cxnSpLocks/>
            </p:cNvCxnSpPr>
            <p:nvPr/>
          </p:nvCxnSpPr>
          <p:spPr>
            <a:xfrm>
              <a:off x="4507182" y="3466488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C5F9B842-76D9-ED22-8420-1AFF791218A4}"/>
                </a:ext>
              </a:extLst>
            </p:cNvPr>
            <p:cNvCxnSpPr>
              <a:cxnSpLocks/>
            </p:cNvCxnSpPr>
            <p:nvPr/>
          </p:nvCxnSpPr>
          <p:spPr>
            <a:xfrm>
              <a:off x="4507182" y="4090991"/>
              <a:ext cx="41090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Plus 31">
              <a:extLst>
                <a:ext uri="{FF2B5EF4-FFF2-40B4-BE49-F238E27FC236}">
                  <a16:creationId xmlns:a16="http://schemas.microsoft.com/office/drawing/2014/main" id="{0C9BDA21-C015-F39F-563C-9380A556FF9E}"/>
                </a:ext>
              </a:extLst>
            </p:cNvPr>
            <p:cNvSpPr/>
            <p:nvPr/>
          </p:nvSpPr>
          <p:spPr>
            <a:xfrm>
              <a:off x="4523469" y="3925345"/>
              <a:ext cx="150471" cy="150471"/>
            </a:xfrm>
            <a:prstGeom prst="mathPlus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F4D68B3C-6729-B2FF-C1B5-EBFD37DD317F}"/>
                </a:ext>
              </a:extLst>
            </p:cNvPr>
            <p:cNvGrpSpPr/>
            <p:nvPr/>
          </p:nvGrpSpPr>
          <p:grpSpPr>
            <a:xfrm>
              <a:off x="4140778" y="3458546"/>
              <a:ext cx="326995" cy="624035"/>
              <a:chOff x="7848612" y="3775094"/>
              <a:chExt cx="326995" cy="624035"/>
            </a:xfrm>
          </p:grpSpPr>
          <p:sp>
            <p:nvSpPr>
              <p:cNvPr id="34" name="Émoticône 33">
                <a:extLst>
                  <a:ext uri="{FF2B5EF4-FFF2-40B4-BE49-F238E27FC236}">
                    <a16:creationId xmlns:a16="http://schemas.microsoft.com/office/drawing/2014/main" id="{DF0E30DD-06AA-6D15-A23F-08BEEDA20113}"/>
                  </a:ext>
                </a:extLst>
              </p:cNvPr>
              <p:cNvSpPr/>
              <p:nvPr/>
            </p:nvSpPr>
            <p:spPr>
              <a:xfrm>
                <a:off x="7911108" y="3775094"/>
                <a:ext cx="202557" cy="191167"/>
              </a:xfrm>
              <a:prstGeom prst="smileyFac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6" name="Connecteur droit 35">
                <a:extLst>
                  <a:ext uri="{FF2B5EF4-FFF2-40B4-BE49-F238E27FC236}">
                    <a16:creationId xmlns:a16="http://schemas.microsoft.com/office/drawing/2014/main" id="{5104188A-B1B9-BDF7-4680-F6F1F5AF69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083" y="3963815"/>
                <a:ext cx="0" cy="202628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F8BC2342-47D6-C000-D1D2-E3C2375F967E}"/>
                  </a:ext>
                </a:extLst>
              </p:cNvPr>
              <p:cNvCxnSpPr/>
              <p:nvPr/>
            </p:nvCxnSpPr>
            <p:spPr>
              <a:xfrm>
                <a:off x="8012386" y="4154388"/>
                <a:ext cx="163221" cy="230034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EA1E64CC-01D7-F9AE-5FA4-6B80E419AE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2472" y="4166443"/>
                <a:ext cx="137371" cy="232686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2BB8B408-209B-D88D-1E50-B8E4F282B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8612" y="4055633"/>
                <a:ext cx="32699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77" name="Tableau 76">
            <a:extLst>
              <a:ext uri="{FF2B5EF4-FFF2-40B4-BE49-F238E27FC236}">
                <a16:creationId xmlns:a16="http://schemas.microsoft.com/office/drawing/2014/main" id="{2B339F71-A8D9-F8E1-5FED-BFC75D446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631975"/>
              </p:ext>
            </p:extLst>
          </p:nvPr>
        </p:nvGraphicFramePr>
        <p:xfrm>
          <a:off x="7503088" y="224081"/>
          <a:ext cx="4536903" cy="19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129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D140A2B9-C6B0-D765-294B-806B90D72A3E}"/>
              </a:ext>
            </a:extLst>
          </p:cNvPr>
          <p:cNvCxnSpPr/>
          <p:nvPr/>
        </p:nvCxnSpPr>
        <p:spPr>
          <a:xfrm flipV="1">
            <a:off x="11562080" y="319473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ocument 79">
            <a:extLst>
              <a:ext uri="{FF2B5EF4-FFF2-40B4-BE49-F238E27FC236}">
                <a16:creationId xmlns:a16="http://schemas.microsoft.com/office/drawing/2014/main" id="{6DAE7094-B59E-5F1D-DBDB-4368219E785B}"/>
              </a:ext>
            </a:extLst>
          </p:cNvPr>
          <p:cNvSpPr/>
          <p:nvPr/>
        </p:nvSpPr>
        <p:spPr>
          <a:xfrm rot="10800000">
            <a:off x="2966720" y="6337064"/>
            <a:ext cx="8249919" cy="320949"/>
          </a:xfrm>
          <a:prstGeom prst="flowChartDocumen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37E4BE36-6F1B-FF67-635E-E04CF4392497}"/>
              </a:ext>
            </a:extLst>
          </p:cNvPr>
          <p:cNvGrpSpPr/>
          <p:nvPr/>
        </p:nvGrpSpPr>
        <p:grpSpPr>
          <a:xfrm>
            <a:off x="8080408" y="3429000"/>
            <a:ext cx="951832" cy="856700"/>
            <a:chOff x="8080408" y="3429000"/>
            <a:chExt cx="951832" cy="856700"/>
          </a:xfrm>
        </p:grpSpPr>
        <p:sp>
          <p:nvSpPr>
            <p:cNvPr id="81" name="Forme libre 80">
              <a:extLst>
                <a:ext uri="{FF2B5EF4-FFF2-40B4-BE49-F238E27FC236}">
                  <a16:creationId xmlns:a16="http://schemas.microsoft.com/office/drawing/2014/main" id="{21A58987-8A93-EFD8-DC84-8C80B84B1690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F34B01D7-3ACE-4E0C-3022-459307BC0240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eur droit 85">
              <a:extLst>
                <a:ext uri="{FF2B5EF4-FFF2-40B4-BE49-F238E27FC236}">
                  <a16:creationId xmlns:a16="http://schemas.microsoft.com/office/drawing/2014/main" id="{88D1D61C-1D76-BA84-D4B6-483D55635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4C1D12D7-5F3E-41B1-8B7F-5309A929DBE2}"/>
              </a:ext>
            </a:extLst>
          </p:cNvPr>
          <p:cNvSpPr txBox="1"/>
          <p:nvPr/>
        </p:nvSpPr>
        <p:spPr>
          <a:xfrm>
            <a:off x="373711" y="224081"/>
            <a:ext cx="3085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Objets</a:t>
            </a:r>
          </a:p>
        </p:txBody>
      </p:sp>
      <p:grpSp>
        <p:nvGrpSpPr>
          <p:cNvPr id="90" name="Groupe 89">
            <a:extLst>
              <a:ext uri="{FF2B5EF4-FFF2-40B4-BE49-F238E27FC236}">
                <a16:creationId xmlns:a16="http://schemas.microsoft.com/office/drawing/2014/main" id="{DD1A0B48-2FBB-F164-9FFA-BD979463B023}"/>
              </a:ext>
            </a:extLst>
          </p:cNvPr>
          <p:cNvGrpSpPr/>
          <p:nvPr/>
        </p:nvGrpSpPr>
        <p:grpSpPr>
          <a:xfrm>
            <a:off x="4293178" y="5261067"/>
            <a:ext cx="326995" cy="624035"/>
            <a:chOff x="7848612" y="3775094"/>
            <a:chExt cx="326995" cy="624035"/>
          </a:xfrm>
        </p:grpSpPr>
        <p:sp>
          <p:nvSpPr>
            <p:cNvPr id="91" name="Émoticône 90">
              <a:extLst>
                <a:ext uri="{FF2B5EF4-FFF2-40B4-BE49-F238E27FC236}">
                  <a16:creationId xmlns:a16="http://schemas.microsoft.com/office/drawing/2014/main" id="{DD0CA073-91E3-B9EB-ACF5-13B8DA57B73B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5D9A8824-6B4F-BFF1-74DB-F5878C7778E2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22A6A8E2-37B5-116B-BD12-2C7377CE45BA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eur droit 93">
              <a:extLst>
                <a:ext uri="{FF2B5EF4-FFF2-40B4-BE49-F238E27FC236}">
                  <a16:creationId xmlns:a16="http://schemas.microsoft.com/office/drawing/2014/main" id="{FE60299B-74D9-4FBF-B326-513EA601E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 droit 94">
              <a:extLst>
                <a:ext uri="{FF2B5EF4-FFF2-40B4-BE49-F238E27FC236}">
                  <a16:creationId xmlns:a16="http://schemas.microsoft.com/office/drawing/2014/main" id="{2CB9C46E-7B2E-1C49-8E08-1FD88EED4666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0297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9086959-FA88-4ADB-7E76-1CDA3F042512}"/>
              </a:ext>
            </a:extLst>
          </p:cNvPr>
          <p:cNvSpPr/>
          <p:nvPr/>
        </p:nvSpPr>
        <p:spPr>
          <a:xfrm>
            <a:off x="1967775" y="2484638"/>
            <a:ext cx="962108" cy="85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6D58275E-24CF-ABC1-24B3-A657AE924C88}"/>
              </a:ext>
            </a:extLst>
          </p:cNvPr>
          <p:cNvGrpSpPr/>
          <p:nvPr/>
        </p:nvGrpSpPr>
        <p:grpSpPr>
          <a:xfrm>
            <a:off x="3820603" y="3598998"/>
            <a:ext cx="8136418" cy="3156746"/>
            <a:chOff x="225261" y="3738478"/>
            <a:chExt cx="8136418" cy="295989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29ECF9-719A-523D-FFF3-8709A87407FB}"/>
                </a:ext>
              </a:extLst>
            </p:cNvPr>
            <p:cNvSpPr/>
            <p:nvPr/>
          </p:nvSpPr>
          <p:spPr>
            <a:xfrm>
              <a:off x="8188847" y="3738479"/>
              <a:ext cx="172832" cy="29598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9C211B3-6DB8-6516-078D-780E99BE6AD2}"/>
                </a:ext>
              </a:extLst>
            </p:cNvPr>
            <p:cNvSpPr/>
            <p:nvPr/>
          </p:nvSpPr>
          <p:spPr>
            <a:xfrm>
              <a:off x="283779" y="6512740"/>
              <a:ext cx="7924279" cy="185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8C69FC-F429-70C1-6126-18254A825FD3}"/>
                </a:ext>
              </a:extLst>
            </p:cNvPr>
            <p:cNvSpPr/>
            <p:nvPr/>
          </p:nvSpPr>
          <p:spPr>
            <a:xfrm>
              <a:off x="225261" y="3738478"/>
              <a:ext cx="172832" cy="29598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3CECA74-B712-03E6-E6D2-3B249F40D044}"/>
                </a:ext>
              </a:extLst>
            </p:cNvPr>
            <p:cNvSpPr/>
            <p:nvPr/>
          </p:nvSpPr>
          <p:spPr>
            <a:xfrm>
              <a:off x="4612640" y="4038460"/>
              <a:ext cx="338139" cy="26330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050F054-F99E-4CBA-43B0-3C5DD5359F44}"/>
                </a:ext>
              </a:extLst>
            </p:cNvPr>
            <p:cNvSpPr/>
            <p:nvPr/>
          </p:nvSpPr>
          <p:spPr>
            <a:xfrm>
              <a:off x="283779" y="4995730"/>
              <a:ext cx="4381458" cy="16911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D85DA374-B083-0E62-E701-61C63FDFEA3E}"/>
              </a:ext>
            </a:extLst>
          </p:cNvPr>
          <p:cNvSpPr txBox="1"/>
          <p:nvPr/>
        </p:nvSpPr>
        <p:spPr>
          <a:xfrm>
            <a:off x="0" y="0"/>
            <a:ext cx="7579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/>
              <a:t>Plongée </a:t>
            </a:r>
            <a:r>
              <a:rPr lang="fr-FR" sz="3200" dirty="0" err="1"/>
              <a:t>clarrière</a:t>
            </a:r>
            <a:r>
              <a:rPr lang="fr-FR" sz="3200" dirty="0"/>
              <a:t>: Les bassines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6ACA3-8D13-8ECA-CDA3-DA48EF6982BE}"/>
              </a:ext>
            </a:extLst>
          </p:cNvPr>
          <p:cNvSpPr/>
          <p:nvPr/>
        </p:nvSpPr>
        <p:spPr>
          <a:xfrm>
            <a:off x="3862333" y="3033621"/>
            <a:ext cx="148907" cy="2851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FF0000"/>
                </a:solidFill>
              </a:rPr>
              <a:t>B</a:t>
            </a:r>
          </a:p>
          <a:p>
            <a:pPr algn="ctr"/>
            <a:r>
              <a:rPr lang="fr-FR" sz="1000" dirty="0">
                <a:solidFill>
                  <a:srgbClr val="FF0000"/>
                </a:solidFill>
              </a:rPr>
              <a:t>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7DBA472-BAAC-805C-8626-B0AB36DD0B78}"/>
              </a:ext>
            </a:extLst>
          </p:cNvPr>
          <p:cNvGrpSpPr/>
          <p:nvPr/>
        </p:nvGrpSpPr>
        <p:grpSpPr>
          <a:xfrm>
            <a:off x="2444064" y="1414132"/>
            <a:ext cx="431988" cy="490419"/>
            <a:chOff x="7251700" y="4230806"/>
            <a:chExt cx="431988" cy="490419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3E9799D-E012-F6FE-2979-919B7705C4E4}"/>
                </a:ext>
              </a:extLst>
            </p:cNvPr>
            <p:cNvCxnSpPr>
              <a:cxnSpLocks/>
            </p:cNvCxnSpPr>
            <p:nvPr/>
          </p:nvCxnSpPr>
          <p:spPr>
            <a:xfrm>
              <a:off x="7251700" y="4230806"/>
              <a:ext cx="0" cy="490419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1895798-9680-888F-9CB3-53BB44ECA809}"/>
                </a:ext>
              </a:extLst>
            </p:cNvPr>
            <p:cNvSpPr/>
            <p:nvPr/>
          </p:nvSpPr>
          <p:spPr>
            <a:xfrm>
              <a:off x="7458074" y="4230806"/>
              <a:ext cx="98235" cy="20926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Triangle rectangle 22">
              <a:extLst>
                <a:ext uri="{FF2B5EF4-FFF2-40B4-BE49-F238E27FC236}">
                  <a16:creationId xmlns:a16="http://schemas.microsoft.com/office/drawing/2014/main" id="{9D216CBD-DCD2-31AB-C5FB-0F8877BB3A6A}"/>
                </a:ext>
              </a:extLst>
            </p:cNvPr>
            <p:cNvSpPr/>
            <p:nvPr/>
          </p:nvSpPr>
          <p:spPr>
            <a:xfrm rot="5400000">
              <a:off x="7565288" y="4221828"/>
              <a:ext cx="10942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89A90F-5345-B2EF-F46F-B5633826831B}"/>
                </a:ext>
              </a:extLst>
            </p:cNvPr>
            <p:cNvSpPr/>
            <p:nvPr/>
          </p:nvSpPr>
          <p:spPr>
            <a:xfrm>
              <a:off x="7251700" y="4230806"/>
              <a:ext cx="206374" cy="209266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Triangle rectangle 24">
              <a:extLst>
                <a:ext uri="{FF2B5EF4-FFF2-40B4-BE49-F238E27FC236}">
                  <a16:creationId xmlns:a16="http://schemas.microsoft.com/office/drawing/2014/main" id="{AC0866B9-8C4D-9635-E4D7-B61A918D60D0}"/>
                </a:ext>
              </a:extLst>
            </p:cNvPr>
            <p:cNvSpPr/>
            <p:nvPr/>
          </p:nvSpPr>
          <p:spPr>
            <a:xfrm rot="5400000" flipH="1">
              <a:off x="7573963" y="4330347"/>
              <a:ext cx="9207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B8EB7-681D-418E-C435-6221975A9C6F}"/>
              </a:ext>
            </a:extLst>
          </p:cNvPr>
          <p:cNvSpPr/>
          <p:nvPr/>
        </p:nvSpPr>
        <p:spPr>
          <a:xfrm>
            <a:off x="2046548" y="2590303"/>
            <a:ext cx="202557" cy="6245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P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O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</p:txBody>
      </p: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CC6DF147-1CF7-A969-4AD7-640467B66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027021"/>
              </p:ext>
            </p:extLst>
          </p:nvPr>
        </p:nvGraphicFramePr>
        <p:xfrm>
          <a:off x="7579360" y="141726"/>
          <a:ext cx="4501546" cy="19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917177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C1A1441-B5F2-E3EA-1F51-B2D0181FAD89}"/>
              </a:ext>
            </a:extLst>
          </p:cNvPr>
          <p:cNvCxnSpPr/>
          <p:nvPr/>
        </p:nvCxnSpPr>
        <p:spPr>
          <a:xfrm flipV="1">
            <a:off x="11602995" y="237118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B6A0810-F91B-67A7-4270-FB9FF86D9588}"/>
              </a:ext>
            </a:extLst>
          </p:cNvPr>
          <p:cNvCxnSpPr>
            <a:cxnSpLocks/>
          </p:cNvCxnSpPr>
          <p:nvPr/>
        </p:nvCxnSpPr>
        <p:spPr>
          <a:xfrm>
            <a:off x="1010920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8CB9CB31-0FF4-CCF9-28A9-405890305EDA}"/>
              </a:ext>
            </a:extLst>
          </p:cNvPr>
          <p:cNvSpPr txBox="1"/>
          <p:nvPr/>
        </p:nvSpPr>
        <p:spPr>
          <a:xfrm>
            <a:off x="6765432" y="14172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45" name="Étoile à 12 branches 44">
            <a:extLst>
              <a:ext uri="{FF2B5EF4-FFF2-40B4-BE49-F238E27FC236}">
                <a16:creationId xmlns:a16="http://schemas.microsoft.com/office/drawing/2014/main" id="{8E5F336C-CCEB-48BE-7E0C-394CA7B20177}"/>
              </a:ext>
            </a:extLst>
          </p:cNvPr>
          <p:cNvSpPr/>
          <p:nvPr/>
        </p:nvSpPr>
        <p:spPr>
          <a:xfrm>
            <a:off x="477979" y="900095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53BA1E6-4A00-9B60-DC25-8641D0C63B6C}"/>
              </a:ext>
            </a:extLst>
          </p:cNvPr>
          <p:cNvCxnSpPr>
            <a:cxnSpLocks/>
          </p:cNvCxnSpPr>
          <p:nvPr/>
        </p:nvCxnSpPr>
        <p:spPr>
          <a:xfrm>
            <a:off x="4013866" y="3558290"/>
            <a:ext cx="8067040" cy="17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C0297BC2-B545-DB0C-6B77-C78C76A99669}"/>
              </a:ext>
            </a:extLst>
          </p:cNvPr>
          <p:cNvSpPr/>
          <p:nvPr/>
        </p:nvSpPr>
        <p:spPr>
          <a:xfrm>
            <a:off x="9778933" y="3280903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0E504E8-C8C7-7DCF-A081-ECF340D3EBEC}"/>
              </a:ext>
            </a:extLst>
          </p:cNvPr>
          <p:cNvSpPr/>
          <p:nvPr/>
        </p:nvSpPr>
        <p:spPr>
          <a:xfrm>
            <a:off x="6516561" y="3341337"/>
            <a:ext cx="487680" cy="4691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9ACC34F1-4CB3-8651-1DE1-61C63DA9CC73}"/>
              </a:ext>
            </a:extLst>
          </p:cNvPr>
          <p:cNvCxnSpPr>
            <a:cxnSpLocks/>
            <a:stCxn id="52" idx="4"/>
          </p:cNvCxnSpPr>
          <p:nvPr/>
        </p:nvCxnSpPr>
        <p:spPr>
          <a:xfrm flipH="1">
            <a:off x="10015917" y="3750004"/>
            <a:ext cx="6856" cy="2807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4AF3809-56DF-7A69-B136-C31DA28BC001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6760401" y="3810438"/>
            <a:ext cx="0" cy="1038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FA2BE75-EBD3-59C3-C13C-B5CE1DC6ABC7}"/>
              </a:ext>
            </a:extLst>
          </p:cNvPr>
          <p:cNvSpPr txBox="1"/>
          <p:nvPr/>
        </p:nvSpPr>
        <p:spPr>
          <a:xfrm>
            <a:off x="11162938" y="626946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38m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C6C3922-3F5C-23F1-D58E-11057CC4046C}"/>
              </a:ext>
            </a:extLst>
          </p:cNvPr>
          <p:cNvSpPr txBox="1"/>
          <p:nvPr/>
        </p:nvSpPr>
        <p:spPr>
          <a:xfrm>
            <a:off x="8105039" y="362577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5m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3232762-C7CE-52AD-F342-0C0930057545}"/>
              </a:ext>
            </a:extLst>
          </p:cNvPr>
          <p:cNvSpPr txBox="1"/>
          <p:nvPr/>
        </p:nvSpPr>
        <p:spPr>
          <a:xfrm>
            <a:off x="7591696" y="461240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18m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3B6B23C-D3C7-1D09-8166-173D61C2EECC}"/>
              </a:ext>
            </a:extLst>
          </p:cNvPr>
          <p:cNvCxnSpPr>
            <a:cxnSpLocks/>
          </p:cNvCxnSpPr>
          <p:nvPr/>
        </p:nvCxnSpPr>
        <p:spPr>
          <a:xfrm>
            <a:off x="5200153" y="3458799"/>
            <a:ext cx="4508390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DC8104A3-19A7-4354-D9CA-8A5CF263A529}"/>
              </a:ext>
            </a:extLst>
          </p:cNvPr>
          <p:cNvCxnSpPr>
            <a:cxnSpLocks/>
          </p:cNvCxnSpPr>
          <p:nvPr/>
        </p:nvCxnSpPr>
        <p:spPr>
          <a:xfrm>
            <a:off x="10109200" y="3810438"/>
            <a:ext cx="0" cy="2518819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2F5D8B6-4A03-AB1C-9290-0916FC9C7FD8}"/>
              </a:ext>
            </a:extLst>
          </p:cNvPr>
          <p:cNvCxnSpPr>
            <a:cxnSpLocks/>
          </p:cNvCxnSpPr>
          <p:nvPr/>
        </p:nvCxnSpPr>
        <p:spPr>
          <a:xfrm flipH="1">
            <a:off x="8610306" y="6454127"/>
            <a:ext cx="1336776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BA048547-6162-847D-B6CC-D4E82E9E5D19}"/>
              </a:ext>
            </a:extLst>
          </p:cNvPr>
          <p:cNvCxnSpPr>
            <a:cxnSpLocks/>
          </p:cNvCxnSpPr>
          <p:nvPr/>
        </p:nvCxnSpPr>
        <p:spPr>
          <a:xfrm flipV="1">
            <a:off x="8634826" y="3625772"/>
            <a:ext cx="0" cy="2757579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D06E3290-A516-B6FF-69AA-DA478B7BFC9E}"/>
              </a:ext>
            </a:extLst>
          </p:cNvPr>
          <p:cNvCxnSpPr>
            <a:cxnSpLocks/>
          </p:cNvCxnSpPr>
          <p:nvPr/>
        </p:nvCxnSpPr>
        <p:spPr>
          <a:xfrm flipH="1">
            <a:off x="5200153" y="3507931"/>
            <a:ext cx="3434673" cy="5566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83FD89F-798E-1D21-7BCF-6D373B857062}"/>
              </a:ext>
            </a:extLst>
          </p:cNvPr>
          <p:cNvCxnSpPr>
            <a:cxnSpLocks/>
          </p:cNvCxnSpPr>
          <p:nvPr/>
        </p:nvCxnSpPr>
        <p:spPr>
          <a:xfrm>
            <a:off x="6917489" y="3810438"/>
            <a:ext cx="0" cy="100793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7637AB3B-27ED-8776-76E6-93C08D659D75}"/>
              </a:ext>
            </a:extLst>
          </p:cNvPr>
          <p:cNvCxnSpPr>
            <a:cxnSpLocks/>
          </p:cNvCxnSpPr>
          <p:nvPr/>
        </p:nvCxnSpPr>
        <p:spPr>
          <a:xfrm flipV="1">
            <a:off x="4068085" y="3810438"/>
            <a:ext cx="0" cy="103878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8BE98F24-278C-022F-D190-435A79B4D554}"/>
              </a:ext>
            </a:extLst>
          </p:cNvPr>
          <p:cNvCxnSpPr>
            <a:cxnSpLocks/>
          </p:cNvCxnSpPr>
          <p:nvPr/>
        </p:nvCxnSpPr>
        <p:spPr>
          <a:xfrm flipH="1" flipV="1">
            <a:off x="4181985" y="4849224"/>
            <a:ext cx="2268787" cy="281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7E029AB-2780-73B9-0B55-238F1286C9D5}"/>
              </a:ext>
            </a:extLst>
          </p:cNvPr>
          <p:cNvCxnSpPr>
            <a:cxnSpLocks/>
          </p:cNvCxnSpPr>
          <p:nvPr/>
        </p:nvCxnSpPr>
        <p:spPr>
          <a:xfrm>
            <a:off x="5127942" y="3640232"/>
            <a:ext cx="135645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EF0F99D9-4AAB-F112-C386-BC0BF2FCDAC3}"/>
              </a:ext>
            </a:extLst>
          </p:cNvPr>
          <p:cNvGrpSpPr/>
          <p:nvPr/>
        </p:nvGrpSpPr>
        <p:grpSpPr>
          <a:xfrm>
            <a:off x="476756" y="2098346"/>
            <a:ext cx="951832" cy="856700"/>
            <a:chOff x="8080408" y="3429000"/>
            <a:chExt cx="951832" cy="856700"/>
          </a:xfrm>
        </p:grpSpPr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DB00D8C6-A4AD-FC56-AAAE-DF3955FAB9DD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9C174F1-2F37-59A3-2B05-B67217525A31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0D9C680-655D-F0AE-9038-81ED0D2E5B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4" name="Tableau 93">
            <a:extLst>
              <a:ext uri="{FF2B5EF4-FFF2-40B4-BE49-F238E27FC236}">
                <a16:creationId xmlns:a16="http://schemas.microsoft.com/office/drawing/2014/main" id="{530CD1D5-7748-81FC-23F7-B417D7B9F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09336"/>
              </p:ext>
            </p:extLst>
          </p:nvPr>
        </p:nvGraphicFramePr>
        <p:xfrm>
          <a:off x="314571" y="3918931"/>
          <a:ext cx="3317481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737">
                  <a:extLst>
                    <a:ext uri="{9D8B030D-6E8A-4147-A177-3AD203B41FA5}">
                      <a16:colId xmlns:a16="http://schemas.microsoft.com/office/drawing/2014/main" val="3272287285"/>
                    </a:ext>
                  </a:extLst>
                </a:gridCol>
                <a:gridCol w="2011744">
                  <a:extLst>
                    <a:ext uri="{9D8B030D-6E8A-4147-A177-3AD203B41FA5}">
                      <a16:colId xmlns:a16="http://schemas.microsoft.com/office/drawing/2014/main" val="1232968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600" b="0" dirty="0" err="1">
                          <a:solidFill>
                            <a:schemeClr val="tx1"/>
                          </a:solidFill>
                        </a:rPr>
                        <a:t>Clarrière</a:t>
                      </a:r>
                      <a:endParaRPr lang="fr-F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>
                          <a:solidFill>
                            <a:schemeClr val="tx1"/>
                          </a:solidFill>
                        </a:rPr>
                        <a:t>Lampe / plongeur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0668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fr-FR" sz="1600" b="0" dirty="0"/>
                        <a:t>Départ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Toutes 3 min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5304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fr-FR" sz="1600" b="0" dirty="0"/>
                        <a:t>Remontée 38m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100b / DTR: 10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550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Remontée 18m</a:t>
                      </a:r>
                    </a:p>
                    <a:p>
                      <a:endParaRPr lang="fr-FR" sz="1600" b="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70b / DTR: 2</a:t>
                      </a:r>
                    </a:p>
                    <a:p>
                      <a:endParaRPr lang="fr-FR" sz="1600" b="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9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 b="0" dirty="0"/>
                        <a:t>Objets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Rentre pas dedans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87306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B3ADB31-64FF-9977-798A-1265713B918E}"/>
              </a:ext>
            </a:extLst>
          </p:cNvPr>
          <p:cNvSpPr/>
          <p:nvPr/>
        </p:nvSpPr>
        <p:spPr>
          <a:xfrm>
            <a:off x="1967775" y="3341337"/>
            <a:ext cx="3142454" cy="2844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9EBEA73-BBFB-B532-D269-C9E09025D1A8}"/>
              </a:ext>
            </a:extLst>
          </p:cNvPr>
          <p:cNvGrpSpPr/>
          <p:nvPr/>
        </p:nvGrpSpPr>
        <p:grpSpPr>
          <a:xfrm rot="16200000">
            <a:off x="3862120" y="3576754"/>
            <a:ext cx="647529" cy="260673"/>
            <a:chOff x="4600876" y="3077678"/>
            <a:chExt cx="647529" cy="26067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FB04B1-8DF2-7169-EC4D-B720DE9486E8}"/>
                </a:ext>
              </a:extLst>
            </p:cNvPr>
            <p:cNvSpPr/>
            <p:nvPr/>
          </p:nvSpPr>
          <p:spPr>
            <a:xfrm>
              <a:off x="4600876" y="3185962"/>
              <a:ext cx="64752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DE1386F-E709-B8D9-D373-FF49AFAA213C}"/>
                </a:ext>
              </a:extLst>
            </p:cNvPr>
            <p:cNvSpPr/>
            <p:nvPr/>
          </p:nvSpPr>
          <p:spPr>
            <a:xfrm>
              <a:off x="5072514" y="3080084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99A9F10-4700-B3FB-3207-4C78BE66CD68}"/>
                </a:ext>
              </a:extLst>
            </p:cNvPr>
            <p:cNvSpPr/>
            <p:nvPr/>
          </p:nvSpPr>
          <p:spPr>
            <a:xfrm>
              <a:off x="4945779" y="3083281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74FBC8-45EC-6B76-B0DF-2B0058225CD2}"/>
                </a:ext>
              </a:extLst>
            </p:cNvPr>
            <p:cNvSpPr/>
            <p:nvPr/>
          </p:nvSpPr>
          <p:spPr>
            <a:xfrm>
              <a:off x="4796872" y="3080084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28788B7-D439-A896-553E-FB1CA0B1845E}"/>
                </a:ext>
              </a:extLst>
            </p:cNvPr>
            <p:cNvSpPr/>
            <p:nvPr/>
          </p:nvSpPr>
          <p:spPr>
            <a:xfrm>
              <a:off x="4651976" y="3077678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56" name="Triangle 55">
            <a:extLst>
              <a:ext uri="{FF2B5EF4-FFF2-40B4-BE49-F238E27FC236}">
                <a16:creationId xmlns:a16="http://schemas.microsoft.com/office/drawing/2014/main" id="{BD94177A-D485-58B8-D6B4-5C60656FDEF1}"/>
              </a:ext>
            </a:extLst>
          </p:cNvPr>
          <p:cNvSpPr/>
          <p:nvPr/>
        </p:nvSpPr>
        <p:spPr>
          <a:xfrm>
            <a:off x="1963599" y="1878696"/>
            <a:ext cx="962106" cy="605942"/>
          </a:xfrm>
          <a:prstGeom prst="triangle">
            <a:avLst>
              <a:gd name="adj" fmla="val 4917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Plus 13">
            <a:extLst>
              <a:ext uri="{FF2B5EF4-FFF2-40B4-BE49-F238E27FC236}">
                <a16:creationId xmlns:a16="http://schemas.microsoft.com/office/drawing/2014/main" id="{0508F374-9010-4D10-90D7-0C95C782F6DB}"/>
              </a:ext>
            </a:extLst>
          </p:cNvPr>
          <p:cNvSpPr/>
          <p:nvPr/>
        </p:nvSpPr>
        <p:spPr>
          <a:xfrm flipV="1">
            <a:off x="2481048" y="2941683"/>
            <a:ext cx="418193" cy="388356"/>
          </a:xfrm>
          <a:prstGeom prst="mathPlu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A081587-8223-032D-4CF3-01349A07BF8A}"/>
              </a:ext>
            </a:extLst>
          </p:cNvPr>
          <p:cNvSpPr/>
          <p:nvPr/>
        </p:nvSpPr>
        <p:spPr>
          <a:xfrm>
            <a:off x="4969565" y="4612404"/>
            <a:ext cx="1116630" cy="327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0D79017-25D3-B68D-8555-FBC82367268B}"/>
              </a:ext>
            </a:extLst>
          </p:cNvPr>
          <p:cNvSpPr/>
          <p:nvPr/>
        </p:nvSpPr>
        <p:spPr>
          <a:xfrm>
            <a:off x="9778933" y="6170212"/>
            <a:ext cx="1026890" cy="387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Avion</a:t>
            </a:r>
          </a:p>
        </p:txBody>
      </p:sp>
    </p:spTree>
    <p:extLst>
      <p:ext uri="{BB962C8B-B14F-4D97-AF65-F5344CB8AC3E}">
        <p14:creationId xmlns:p14="http://schemas.microsoft.com/office/powerpoint/2010/main" val="125812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109600A-93DD-1FEE-F592-1F036BE54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509729"/>
              </p:ext>
            </p:extLst>
          </p:nvPr>
        </p:nvGraphicFramePr>
        <p:xfrm>
          <a:off x="238826" y="934618"/>
          <a:ext cx="6625113" cy="5691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371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2208371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2208371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</a:tblGrid>
              <a:tr h="51531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Jour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Jour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1625775">
                <a:tc>
                  <a:txBody>
                    <a:bodyPr/>
                    <a:lstStyle/>
                    <a:p>
                      <a:r>
                        <a:rPr lang="fr-FR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Plongée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Plongée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498763">
                <a:tc>
                  <a:txBody>
                    <a:bodyPr/>
                    <a:lstStyle/>
                    <a:p>
                      <a:r>
                        <a:rPr lang="fr-FR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2524827">
                <a:tc>
                  <a:txBody>
                    <a:bodyPr/>
                    <a:lstStyle/>
                    <a:p>
                      <a:r>
                        <a:rPr lang="fr-FR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Plongée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Plongée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527132">
                <a:tc>
                  <a:txBody>
                    <a:bodyPr/>
                    <a:lstStyle/>
                    <a:p>
                      <a:r>
                        <a:rPr lang="fr-FR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Debrief moniteurs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Debrief moniteurs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9360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33654</TotalTime>
  <Words>118</Words>
  <Application>Microsoft Macintosh PowerPoint</Application>
  <PresentationFormat>Grand écran</PresentationFormat>
  <Paragraphs>83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12</cp:revision>
  <dcterms:created xsi:type="dcterms:W3CDTF">2025-09-29T11:28:50Z</dcterms:created>
  <dcterms:modified xsi:type="dcterms:W3CDTF">2025-11-19T16:08:40Z</dcterms:modified>
</cp:coreProperties>
</file>
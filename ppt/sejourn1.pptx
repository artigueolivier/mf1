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9"/>
    <p:restoredTop sz="85000"/>
  </p:normalViewPr>
  <p:slideViewPr>
    <p:cSldViewPr snapToGrid="0">
      <p:cViewPr varScale="1">
        <p:scale>
          <a:sx n="102" d="100"/>
          <a:sy n="10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61FFD-40AA-5C4C-9980-E99720D2E9B3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B71B7-5211-2B41-BD96-CBFFC54010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53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71B7-5211-2B41-BD96-CBFFC54010A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9AC15-2F9E-7AB0-EB23-9306ABCD8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20C97-0C70-354C-787B-04C3801D2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507B7-8A62-C1D5-9B00-EE6CD963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25723-02D6-FC5E-57CB-49DA3A1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D840-0379-1615-D920-3F5A58A9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6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22B6A-A053-E4E5-B1F9-00A4B9C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33891-CE9E-6AE8-970D-1D0DC211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0D288-1011-17C6-BAB5-1E43FE7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E4B6F-50B3-989C-A0D9-4263E34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646D1-2D97-AF97-85EF-9EEDA7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E76B1-9240-F342-D50E-EEFDC7A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2B4472-0E90-8F4C-A39F-C26DF8FC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542C2-7F72-0CDF-FC19-8EECAEAF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F26E37-3213-92BD-1D34-4447AFCC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BFD40-EC3B-0046-EC0A-81725952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6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371EC-FAB2-CB3C-B5ED-CB46DC3C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70E4-01F7-285B-EEE0-BA619B52E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439DB-7674-469A-69ED-DE07C3CC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3B70F-0190-EA6A-B04B-56BD43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1FC1F-1720-D812-1006-9180AFD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AAF23-9BB5-D601-E025-9468874F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12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EFC5E-063F-5A64-F3BF-5969905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91DFD-BDCC-DB93-5F0C-9B7DB59D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F3B64-8354-81FC-838E-6DCD580F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2BC3B-4E78-E4E9-CE9D-735F40C2B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B8A41-F448-FB07-2D0E-C6AE8FDAA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584554-76F3-7C7B-5EFD-47FD02E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D519B-50FE-B808-93BE-6E9CB894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D269D-642A-703F-326E-A191EFC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9E2CF-7ED7-59E7-78F6-41E74B9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2359E8-ADE2-C5B6-1B2F-C12531B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6DBC21-79FF-B1A7-728A-2A2865B5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6F6051-ED27-9D12-E32F-72D4B4FC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58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9C047B-1105-576E-BB5F-E3C74B8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F1442-0E91-19A1-0A23-000C8C19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620F-BE9A-FBB6-A6B6-270A941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2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31F50-4F8F-8617-18E7-D03CDB67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0FAA9-AA21-1505-D58A-319C64A7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4F6815-D71C-F3B0-2C27-DFD7D0E8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341961-D7B8-A4DD-F9C6-DC9F56D3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D8F1E-454F-877A-8AA1-E2AF524E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1CB8F-695A-F4D3-6096-E7842D7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53551-3194-6A78-F9EB-6F6AC6D5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1755E6-4BF5-43C9-697E-54500022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13E2B-98CC-490A-8177-32E56F78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EE05CE-CC7F-FCD2-3D38-70CA1A98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D8C10-A04D-6738-BE3B-919401A2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34F2F1-9D94-49BD-2594-D9A00AF7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1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BD3B-4501-31BF-1147-CB7A59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391CF0-E05F-6846-247F-1667ED45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E3197D-17BB-671A-91F1-E195A58B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EE5A5D-9006-CFEA-3814-A9ADF2B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77A93-3B3D-EED0-A871-92CA7E1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8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5FB91-A790-4D0E-FC11-72136AAC7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E46840-BBB0-91BC-F1E9-CF3BB3C1A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7BDC8-288E-F60C-D7E3-6F79C7F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1564F-0EAB-21F9-8061-C8C84B2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30C1A-25A0-5BEF-AA63-9A0F2502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D0CF59-DB30-DAA5-B277-BB642DA1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4CE7B-D5CB-F92C-4FFD-410FD8D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8F307-E163-90F9-E60B-8BA0EAA3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62964-48FF-B442-ADB9-E9DB1215FFC5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C8767-DAC1-ADC6-D4C3-D7A047B3A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C143-938B-F217-2EF4-972C5DD5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109600A-93DD-1FEE-F592-1F036BE54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389613"/>
              </p:ext>
            </p:extLst>
          </p:nvPr>
        </p:nvGraphicFramePr>
        <p:xfrm>
          <a:off x="5824699" y="722203"/>
          <a:ext cx="6103565" cy="5954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579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1945999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1590805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  <a:gridCol w="1782182">
                  <a:extLst>
                    <a:ext uri="{9D8B030D-6E8A-4147-A177-3AD203B41FA5}">
                      <a16:colId xmlns:a16="http://schemas.microsoft.com/office/drawing/2014/main" val="1133467424"/>
                    </a:ext>
                  </a:extLst>
                </a:gridCol>
              </a:tblGrid>
              <a:tr h="42135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Samedi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Dimanche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Lundi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316013">
                <a:tc>
                  <a:txBody>
                    <a:bodyPr/>
                    <a:lstStyle/>
                    <a:p>
                      <a:r>
                        <a:rPr lang="fr-FR" sz="1200" dirty="0"/>
                        <a:t>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Petit déjeuner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Petit déjeuner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Petit déjeuner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987163"/>
                  </a:ext>
                </a:extLst>
              </a:tr>
              <a:tr h="2066983">
                <a:tc>
                  <a:txBody>
                    <a:bodyPr/>
                    <a:lstStyle/>
                    <a:p>
                      <a:r>
                        <a:rPr lang="fr-FR" sz="1200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1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2m – Site 1</a:t>
                      </a:r>
                    </a:p>
                    <a:p>
                      <a:r>
                        <a:rPr lang="fr-FR" sz="1200" dirty="0"/>
                        <a:t>Lestage</a:t>
                      </a:r>
                    </a:p>
                    <a:p>
                      <a:r>
                        <a:rPr lang="fr-FR" sz="1200" dirty="0"/>
                        <a:t>V.E.P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Mise à l’eau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Evo palanquée </a:t>
                      </a:r>
                    </a:p>
                    <a:p>
                      <a:r>
                        <a:rPr lang="fr-FR" sz="1200" dirty="0"/>
                        <a:t>D.B.N</a:t>
                      </a:r>
                    </a:p>
                    <a:p>
                      <a:r>
                        <a:rPr lang="fr-FR" sz="1200" dirty="0"/>
                        <a:t>L.R.E</a:t>
                      </a:r>
                    </a:p>
                    <a:p>
                      <a:r>
                        <a:rPr lang="fr-FR" sz="1200" dirty="0"/>
                        <a:t>Signes</a:t>
                      </a:r>
                    </a:p>
                    <a:p>
                      <a:r>
                        <a:rPr lang="fr-FR" sz="1200" dirty="0"/>
                        <a:t>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3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6 m – Site 3</a:t>
                      </a:r>
                    </a:p>
                    <a:p>
                      <a:pPr algn="ctr"/>
                      <a:endParaRPr lang="fr-FR" sz="1200" dirty="0">
                        <a:solidFill>
                          <a:schemeClr val="accent1"/>
                        </a:solidFill>
                      </a:endParaRPr>
                    </a:p>
                    <a:p>
                      <a:pPr algn="l"/>
                      <a:r>
                        <a:rPr lang="fr-FR" sz="1200" dirty="0"/>
                        <a:t>IPD</a:t>
                      </a:r>
                    </a:p>
                    <a:p>
                      <a:pPr algn="l"/>
                      <a:r>
                        <a:rPr lang="fr-FR" sz="1200" dirty="0"/>
                        <a:t>B.C.+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5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6m / </a:t>
                      </a:r>
                      <a:r>
                        <a:rPr lang="fr-FR" sz="12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12m</a:t>
                      </a:r>
                      <a:r>
                        <a:rPr lang="fr-F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– Site 5</a:t>
                      </a:r>
                    </a:p>
                    <a:p>
                      <a:pPr algn="ctr"/>
                      <a:endParaRPr lang="fr-FR" sz="1200" dirty="0"/>
                    </a:p>
                    <a:p>
                      <a:pPr algn="l"/>
                      <a:r>
                        <a:rPr lang="fr-FR" sz="1200" dirty="0"/>
                        <a:t>B.C+++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316013">
                <a:tc>
                  <a:txBody>
                    <a:bodyPr/>
                    <a:lstStyle/>
                    <a:p>
                      <a:r>
                        <a:rPr lang="fr-FR" sz="1200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2085902">
                <a:tc>
                  <a:txBody>
                    <a:bodyPr/>
                    <a:lstStyle/>
                    <a:p>
                      <a:r>
                        <a:rPr lang="fr-FR" sz="1200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2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2m – Site 2</a:t>
                      </a:r>
                    </a:p>
                    <a:p>
                      <a:pPr algn="ctr"/>
                      <a:endParaRPr lang="fr-FR" sz="1200" dirty="0">
                        <a:solidFill>
                          <a:schemeClr val="accent1"/>
                        </a:solidFill>
                      </a:endParaRPr>
                    </a:p>
                    <a:p>
                      <a:r>
                        <a:rPr lang="fr-FR" sz="1200" dirty="0"/>
                        <a:t>Check lestage</a:t>
                      </a:r>
                    </a:p>
                    <a:p>
                      <a:r>
                        <a:rPr lang="fr-FR" sz="1200" dirty="0"/>
                        <a:t>B.C.</a:t>
                      </a:r>
                    </a:p>
                    <a:p>
                      <a:r>
                        <a:rPr lang="fr-FR" sz="1200" dirty="0"/>
                        <a:t>VDM</a:t>
                      </a:r>
                    </a:p>
                    <a:p>
                      <a:r>
                        <a:rPr lang="fr-FR" sz="1200" dirty="0"/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4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 m – Site 4</a:t>
                      </a:r>
                    </a:p>
                    <a:p>
                      <a:pPr algn="ctr"/>
                      <a:endParaRPr lang="fr-FR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algn="l"/>
                      <a:r>
                        <a:rPr lang="fr-FR" sz="1200" dirty="0"/>
                        <a:t>B.C++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 </a:t>
                      </a:r>
                      <a:r>
                        <a:rPr lang="fr-F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6m / </a:t>
                      </a:r>
                      <a:r>
                        <a:rPr lang="fr-FR" sz="12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12m</a:t>
                      </a:r>
                      <a:r>
                        <a:rPr lang="fr-F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– Site 6</a:t>
                      </a:r>
                    </a:p>
                    <a:p>
                      <a:pPr algn="ctr"/>
                      <a:endParaRPr lang="fr-FR" sz="1200" dirty="0"/>
                    </a:p>
                    <a:p>
                      <a:pPr algn="l"/>
                      <a:r>
                        <a:rPr lang="fr-FR" sz="1200" dirty="0"/>
                        <a:t>Bio + V.E.P.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373954">
                <a:tc>
                  <a:txBody>
                    <a:bodyPr/>
                    <a:lstStyle/>
                    <a:p>
                      <a:r>
                        <a:rPr lang="fr-FR" sz="1200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Debrief moniteurs ======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=================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=&gt; </a:t>
                      </a:r>
                      <a:r>
                        <a:rPr lang="fr-FR" sz="12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Fiche évaluation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  <a:tr h="373954">
                <a:tc>
                  <a:txBody>
                    <a:bodyPr/>
                    <a:lstStyle/>
                    <a:p>
                      <a:r>
                        <a:rPr lang="fr-FR" sz="1200" dirty="0"/>
                        <a:t>19h30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839430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5D0E774A-3B90-136A-9BC6-60A604DD09CB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Séjour validation N1 pour 4 baptisés sur 3 jours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E110DA7-1F67-4217-899A-1668713C1C62}"/>
              </a:ext>
            </a:extLst>
          </p:cNvPr>
          <p:cNvSpPr/>
          <p:nvPr/>
        </p:nvSpPr>
        <p:spPr>
          <a:xfrm>
            <a:off x="4310617" y="5825955"/>
            <a:ext cx="1385598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Vendredi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54CF99E-97F2-E3F5-4485-A6782E77EE8B}"/>
              </a:ext>
            </a:extLst>
          </p:cNvPr>
          <p:cNvSpPr/>
          <p:nvPr/>
        </p:nvSpPr>
        <p:spPr>
          <a:xfrm>
            <a:off x="2236904" y="5814083"/>
            <a:ext cx="150015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Lundi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A9ED153-F957-2F69-E7B1-3A68CE9C5D31}"/>
              </a:ext>
            </a:extLst>
          </p:cNvPr>
          <p:cNvSpPr txBox="1"/>
          <p:nvPr/>
        </p:nvSpPr>
        <p:spPr>
          <a:xfrm>
            <a:off x="2240506" y="6160287"/>
            <a:ext cx="150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Présentation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5687229-B2A2-469D-2B2E-0706F0E476CE}"/>
              </a:ext>
            </a:extLst>
          </p:cNvPr>
          <p:cNvSpPr txBox="1"/>
          <p:nvPr/>
        </p:nvSpPr>
        <p:spPr>
          <a:xfrm>
            <a:off x="3715411" y="5398584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…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F1C91D7-3E1D-96BA-3D14-7B6769FC692A}"/>
              </a:ext>
            </a:extLst>
          </p:cNvPr>
          <p:cNvSpPr txBox="1"/>
          <p:nvPr/>
        </p:nvSpPr>
        <p:spPr>
          <a:xfrm>
            <a:off x="1606123" y="5410456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…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236B619-1E97-DDD7-DE83-03550EA36F82}"/>
              </a:ext>
            </a:extLst>
          </p:cNvPr>
          <p:cNvSpPr/>
          <p:nvPr/>
        </p:nvSpPr>
        <p:spPr>
          <a:xfrm>
            <a:off x="137523" y="5825955"/>
            <a:ext cx="1500159" cy="29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1 mois plutôt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BE0DDDD-745F-5278-57CE-8D7C261AFC9B}"/>
              </a:ext>
            </a:extLst>
          </p:cNvPr>
          <p:cNvSpPr txBox="1"/>
          <p:nvPr/>
        </p:nvSpPr>
        <p:spPr>
          <a:xfrm>
            <a:off x="126422" y="6187573"/>
            <a:ext cx="150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Administratif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B42E386-3486-54DD-0A6F-D435B0D2EA6C}"/>
              </a:ext>
            </a:extLst>
          </p:cNvPr>
          <p:cNvSpPr txBox="1"/>
          <p:nvPr/>
        </p:nvSpPr>
        <p:spPr>
          <a:xfrm>
            <a:off x="2422616" y="722203"/>
            <a:ext cx="3249814" cy="11079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V.E.P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Ventilation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Equilibre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</p:txBody>
      </p:sp>
      <p:sp>
        <p:nvSpPr>
          <p:cNvPr id="5" name="Accolade fermante 4">
            <a:extLst>
              <a:ext uri="{FF2B5EF4-FFF2-40B4-BE49-F238E27FC236}">
                <a16:creationId xmlns:a16="http://schemas.microsoft.com/office/drawing/2014/main" id="{3B1384DF-C423-7CBC-655B-A4656794BD47}"/>
              </a:ext>
            </a:extLst>
          </p:cNvPr>
          <p:cNvSpPr/>
          <p:nvPr/>
        </p:nvSpPr>
        <p:spPr>
          <a:xfrm>
            <a:off x="8964783" y="1986625"/>
            <a:ext cx="313151" cy="513988"/>
          </a:xfrm>
          <a:prstGeom prst="rightBrac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00000"/>
              </a:solidFill>
            </a:endParaRPr>
          </a:p>
        </p:txBody>
      </p:sp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95F58BD1-E8B5-40FF-9456-3EB92253D275}"/>
              </a:ext>
            </a:extLst>
          </p:cNvPr>
          <p:cNvSpPr/>
          <p:nvPr/>
        </p:nvSpPr>
        <p:spPr>
          <a:xfrm>
            <a:off x="7592717" y="4448068"/>
            <a:ext cx="313151" cy="653592"/>
          </a:xfrm>
          <a:prstGeom prst="rightBrac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00000"/>
              </a:solidFill>
            </a:endParaRPr>
          </a:p>
        </p:txBody>
      </p:sp>
      <p:sp>
        <p:nvSpPr>
          <p:cNvPr id="7" name="Accolade fermante 6">
            <a:extLst>
              <a:ext uri="{FF2B5EF4-FFF2-40B4-BE49-F238E27FC236}">
                <a16:creationId xmlns:a16="http://schemas.microsoft.com/office/drawing/2014/main" id="{015BD827-B3B2-6F5F-80F9-125CDC913682}"/>
              </a:ext>
            </a:extLst>
          </p:cNvPr>
          <p:cNvSpPr/>
          <p:nvPr/>
        </p:nvSpPr>
        <p:spPr>
          <a:xfrm>
            <a:off x="7664117" y="2079320"/>
            <a:ext cx="343848" cy="1349679"/>
          </a:xfrm>
          <a:prstGeom prst="rightBrac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0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FE8872-0803-89EB-B993-4B6A93EA7714}"/>
              </a:ext>
            </a:extLst>
          </p:cNvPr>
          <p:cNvSpPr txBox="1"/>
          <p:nvPr/>
        </p:nvSpPr>
        <p:spPr>
          <a:xfrm>
            <a:off x="7959472" y="2569493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BC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D7E7635-0D20-6D5E-6053-1F2015695344}"/>
              </a:ext>
            </a:extLst>
          </p:cNvPr>
          <p:cNvSpPr txBox="1"/>
          <p:nvPr/>
        </p:nvSpPr>
        <p:spPr>
          <a:xfrm>
            <a:off x="7836041" y="457720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BC+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6B6301-0BC6-F449-1D2A-94A5549385BF}"/>
              </a:ext>
            </a:extLst>
          </p:cNvPr>
          <p:cNvSpPr txBox="1"/>
          <p:nvPr/>
        </p:nvSpPr>
        <p:spPr>
          <a:xfrm>
            <a:off x="9224546" y="203882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BC++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82E7A0-C1E2-22F8-2188-D73BC1DDD822}"/>
              </a:ext>
            </a:extLst>
          </p:cNvPr>
          <p:cNvSpPr txBox="1"/>
          <p:nvPr/>
        </p:nvSpPr>
        <p:spPr>
          <a:xfrm>
            <a:off x="163679" y="4119775"/>
            <a:ext cx="5504493" cy="13542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Théorie (Ateliers oraux)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Sur le bateau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Le soir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Avec notamment le carnet de plongée (papier et numérique)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B4EF9CB-F7F5-A7BB-D648-48AF30ED95AA}"/>
              </a:ext>
            </a:extLst>
          </p:cNvPr>
          <p:cNvSpPr txBox="1"/>
          <p:nvPr/>
        </p:nvSpPr>
        <p:spPr>
          <a:xfrm>
            <a:off x="163680" y="728350"/>
            <a:ext cx="2072484" cy="13542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Participants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4 baptisés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Adultes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Moniteurs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2 E2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AA13116-3CA2-F89C-6D2A-38A0DBA4EBB4}"/>
              </a:ext>
            </a:extLst>
          </p:cNvPr>
          <p:cNvCxnSpPr/>
          <p:nvPr/>
        </p:nvCxnSpPr>
        <p:spPr>
          <a:xfrm flipH="1" flipV="1">
            <a:off x="10997852" y="4233797"/>
            <a:ext cx="87682" cy="171606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5CBCF5E3-8D1E-DE97-C1BE-1FB0054269A9}"/>
              </a:ext>
            </a:extLst>
          </p:cNvPr>
          <p:cNvCxnSpPr>
            <a:cxnSpLocks/>
          </p:cNvCxnSpPr>
          <p:nvPr/>
        </p:nvCxnSpPr>
        <p:spPr>
          <a:xfrm flipH="1" flipV="1">
            <a:off x="10997852" y="1853852"/>
            <a:ext cx="187890" cy="409601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B5C91540-D5A6-6D8D-4A3E-2372A728484A}"/>
              </a:ext>
            </a:extLst>
          </p:cNvPr>
          <p:cNvSpPr txBox="1"/>
          <p:nvPr/>
        </p:nvSpPr>
        <p:spPr>
          <a:xfrm>
            <a:off x="9768721" y="4962056"/>
            <a:ext cx="214078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Autorisation possible par DP selon validations de la fiche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D9F9D01-DBF0-11A1-CBDC-08F143CF8ADE}"/>
              </a:ext>
            </a:extLst>
          </p:cNvPr>
          <p:cNvSpPr txBox="1"/>
          <p:nvPr/>
        </p:nvSpPr>
        <p:spPr>
          <a:xfrm>
            <a:off x="2422616" y="1953295"/>
            <a:ext cx="3249815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BC + =&gt; +++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</a:rPr>
              <a:t>Evolution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</a:rPr>
              <a:t>Du contenu du BC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</a:rPr>
              <a:t>De la progression des exercices (initiation, perfectionnement et maitrise)</a:t>
            </a:r>
          </a:p>
        </p:txBody>
      </p:sp>
    </p:spTree>
    <p:extLst>
      <p:ext uri="{BB962C8B-B14F-4D97-AF65-F5344CB8AC3E}">
        <p14:creationId xmlns:p14="http://schemas.microsoft.com/office/powerpoint/2010/main" val="246993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B5E1135-1A42-DEEE-75B4-E14BCE869EA9}"/>
              </a:ext>
            </a:extLst>
          </p:cNvPr>
          <p:cNvSpPr txBox="1"/>
          <p:nvPr/>
        </p:nvSpPr>
        <p:spPr>
          <a:xfrm>
            <a:off x="128229" y="736358"/>
            <a:ext cx="5195334" cy="48013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Présentation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Séjour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Sortie technique club IDF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3 ou 5 jours selon les groupes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En mer méditerranée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Bateau: Barge avec deux échelles à l’arrière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Objet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Validation de niveaux de plongées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N1 =&gt; Validation sur 3 jours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Lieu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Hôtel,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5 min bateau / club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Repas: hôtel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Transport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Train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Voiture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Ma 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E3 / DP du séjour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Délègue la formation à 2 E2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3EB404-607B-A67D-A98C-4D7DDAF19CF8}"/>
              </a:ext>
            </a:extLst>
          </p:cNvPr>
          <p:cNvSpPr txBox="1"/>
          <p:nvPr/>
        </p:nvSpPr>
        <p:spPr>
          <a:xfrm>
            <a:off x="8858869" y="758732"/>
            <a:ext cx="2585066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Site 1: Petit chaudron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Crypte abritée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4 plateaux: 2m, 6m, 12m et 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Tombant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Eau: 23 degrés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Soleil pas de 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Pas de courant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6831BEB-1731-45C3-3685-3825998EEE89}"/>
              </a:ext>
            </a:extLst>
          </p:cNvPr>
          <p:cNvSpPr txBox="1"/>
          <p:nvPr/>
        </p:nvSpPr>
        <p:spPr>
          <a:xfrm>
            <a:off x="5561374" y="736358"/>
            <a:ext cx="3059684" cy="5293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Présentation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Séjour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Objet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Lieu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Transport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Participants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Déroulement N1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Vendredi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Voyage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Accueil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Matériel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Samedi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Dimanche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Lundi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Formation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Carnet de plongée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Après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Exploration jusqu’à 20m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retour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FFD4C0-0A88-3D88-3DFE-D637ADE0466F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Séjour validation N1 pour 4 baptisés sur 3 jours: Informations diverses </a:t>
            </a:r>
            <a:r>
              <a:rPr lang="fr-FR"/>
              <a:t>non écrites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62600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11223</TotalTime>
  <Words>345</Words>
  <Application>Microsoft Macintosh PowerPoint</Application>
  <PresentationFormat>Grand écran</PresentationFormat>
  <Paragraphs>133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32</cp:revision>
  <dcterms:created xsi:type="dcterms:W3CDTF">2025-09-29T11:28:50Z</dcterms:created>
  <dcterms:modified xsi:type="dcterms:W3CDTF">2026-01-18T17:06:21Z</dcterms:modified>
</cp:coreProperties>
</file>
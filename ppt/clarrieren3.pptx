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2"/>
    <p:restoredTop sz="94688"/>
  </p:normalViewPr>
  <p:slideViewPr>
    <p:cSldViewPr snapToGrid="0">
      <p:cViewPr varScale="1">
        <p:scale>
          <a:sx n="150" d="100"/>
          <a:sy n="150" d="100"/>
        </p:scale>
        <p:origin x="251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69AC15-2F9E-7AB0-EB23-9306ABCD8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920C97-0C70-354C-787B-04C3801D2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A507B7-8A62-C1D5-9B00-EE6CD963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A25723-02D6-FC5E-57CB-49DA3A19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82D840-0379-1615-D920-3F5A58A9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6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22B6A-A053-E4E5-B1F9-00A4B9CF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533891-CE9E-6AE8-970D-1D0DC2114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60D288-1011-17C6-BAB5-1E43FE7E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DE4B6F-50B3-989C-A0D9-4263E344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3646D1-2D97-AF97-85EF-9EEDA7E9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0498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CE76B1-9240-F342-D50E-EEFDC7A7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2B4472-0E90-8F4C-A39F-C26DF8FC1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4542C2-7F72-0CDF-FC19-8EECAEAF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F26E37-3213-92BD-1D34-4447AFCC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6BFD40-EC3B-0046-EC0A-81725952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46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E371EC-FAB2-CB3C-B5ED-CB46DC3C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270E4-01F7-285B-EEE0-BA619B52E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3439DB-7674-469A-69ED-DE07C3CC4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43B70F-0190-EA6A-B04B-56BD43C0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01FC1F-1720-D812-1006-9180AFD8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7AAF23-9BB5-D601-E025-9468874F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212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EFC5E-063F-5A64-F3BF-596990537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F91DFD-BDCC-DB93-5F0C-9B7DB59D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5F3B64-8354-81FC-838E-6DCD580F8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62BC3B-4E78-E4E9-CE9D-735F40C2B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0B8A41-F448-FB07-2D0E-C6AE8FDAA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584554-76F3-7C7B-5EFD-47FD02E4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B6D519B-50FE-B808-93BE-6E9CB894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B1D269D-642A-703F-326E-A191EFC9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7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79E2CF-7ED7-59E7-78F6-41E74B984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2359E8-ADE2-C5B6-1B2F-C12531B3C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6DBC21-79FF-B1A7-728A-2A2865B52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6F6051-ED27-9D12-E32F-72D4B4FC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1588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9C047B-1105-576E-BB5F-E3C74B89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7F1442-0E91-19A1-0A23-000C8C19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65620F-BE9A-FBB6-A6B6-270A9415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28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31F50-4F8F-8617-18E7-D03CDB678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90FAA9-AA21-1505-D58A-319C64A72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4F6815-D71C-F3B0-2C27-DFD7D0E8E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341961-D7B8-A4DD-F9C6-DC9F56D3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9D8F1E-454F-877A-8AA1-E2AF524E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41CB8F-695A-F4D3-6096-E7842D70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05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53551-3194-6A78-F9EB-6F6AC6D5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A1755E6-4BF5-43C9-697E-545000225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513E2B-98CC-490A-8177-32E56F78B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EE05CE-CC7F-FCD2-3D38-70CA1A98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AD8C10-A04D-6738-BE3B-919401A2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34F2F1-9D94-49BD-2594-D9A00AF7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617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F6BD3B-4501-31BF-1147-CB7A59CA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391CF0-E05F-6846-247F-1667ED45A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E3197D-17BB-671A-91F1-E195A58B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EE5A5D-9006-CFEA-3814-A9ADF2B75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577A93-3B3D-EED0-A871-92CA7E11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89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955FB91-A790-4D0E-FC11-72136AAC7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AE46840-BBB0-91BC-F1E9-CF3BB3C1A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07BDC8-288E-F60C-D7E3-6F79C7FB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D1564F-0EAB-21F9-8061-C8C84B2B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F30C1A-25A0-5BEF-AA63-9A0F2502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2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7D0CF59-DB30-DAA5-B277-BB642DA1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14CE7B-D5CB-F92C-4FFD-410FD8D12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68F307-E163-90F9-E60B-8BA0EAA32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62964-48FF-B442-ADB9-E9DB1215FFC5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4C8767-DAC1-ADC6-D4C3-D7A047B3A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07C143-938B-F217-2EF4-972C5DD5A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4D26F-2E33-9579-ED9F-AE0A9C280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E95AC3-5AB4-E2F4-F681-E0B70D567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0711" y="0"/>
            <a:ext cx="9144000" cy="869058"/>
          </a:xfrm>
        </p:spPr>
        <p:txBody>
          <a:bodyPr>
            <a:normAutofit fontScale="90000"/>
          </a:bodyPr>
          <a:lstStyle/>
          <a:p>
            <a:r>
              <a:rPr lang="fr-FR" dirty="0"/>
              <a:t>Plongée </a:t>
            </a:r>
            <a:r>
              <a:rPr lang="fr-FR" dirty="0" err="1"/>
              <a:t>prepa</a:t>
            </a:r>
            <a:r>
              <a:rPr lang="fr-FR" dirty="0"/>
              <a:t> N3 aux bassines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A90B215-258F-F3C0-8ADC-4C55F4C21FAB}"/>
              </a:ext>
            </a:extLst>
          </p:cNvPr>
          <p:cNvSpPr txBox="1"/>
          <p:nvPr/>
        </p:nvSpPr>
        <p:spPr>
          <a:xfrm>
            <a:off x="4865744" y="1153236"/>
            <a:ext cx="3227294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Plongée 1</a:t>
            </a:r>
          </a:p>
          <a:p>
            <a:pPr algn="ctr"/>
            <a:r>
              <a:rPr lang="fr-FR" sz="1400" dirty="0"/>
              <a:t>Profondeur max 38m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Compréhension DP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Planification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Orientation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IPD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Parachute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265E0E1-F1E1-C91F-FA60-D5610CC1F3B1}"/>
              </a:ext>
            </a:extLst>
          </p:cNvPr>
          <p:cNvSpPr txBox="1"/>
          <p:nvPr/>
        </p:nvSpPr>
        <p:spPr>
          <a:xfrm>
            <a:off x="4865744" y="3253296"/>
            <a:ext cx="3227294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Plongée 2</a:t>
            </a:r>
          </a:p>
          <a:p>
            <a:pPr algn="ctr"/>
            <a:r>
              <a:rPr lang="fr-FR" sz="1400" dirty="0"/>
              <a:t>Profondeur max 35m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Compréhension DP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Planification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Orientation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IPD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Parachute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CFDA423-F271-61FA-7835-2F464D737989}"/>
              </a:ext>
            </a:extLst>
          </p:cNvPr>
          <p:cNvSpPr txBox="1"/>
          <p:nvPr/>
        </p:nvSpPr>
        <p:spPr>
          <a:xfrm>
            <a:off x="8381104" y="1153236"/>
            <a:ext cx="3411470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Plongée 3</a:t>
            </a:r>
          </a:p>
          <a:p>
            <a:pPr algn="ctr"/>
            <a:r>
              <a:rPr lang="fr-FR" sz="1400" dirty="0"/>
              <a:t>Profondeur max 38m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Compréhension DP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Planification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Orientation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IPD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Parachute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CC69ABD-CCAA-CB80-5A42-BA63A1903453}"/>
              </a:ext>
            </a:extLst>
          </p:cNvPr>
          <p:cNvSpPr txBox="1"/>
          <p:nvPr/>
        </p:nvSpPr>
        <p:spPr>
          <a:xfrm>
            <a:off x="8381055" y="3253296"/>
            <a:ext cx="3411519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dirty="0"/>
              <a:t>Plongée 4</a:t>
            </a:r>
          </a:p>
          <a:p>
            <a:pPr algn="ctr"/>
            <a:r>
              <a:rPr lang="fr-FR" sz="1400" dirty="0"/>
              <a:t>Profondeur max 35m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Compréhension DP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Planification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Orientation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IPD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Parachute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949A3BD-E945-E4AB-7BEE-806CA33D1582}"/>
              </a:ext>
            </a:extLst>
          </p:cNvPr>
          <p:cNvSpPr txBox="1"/>
          <p:nvPr/>
        </p:nvSpPr>
        <p:spPr>
          <a:xfrm>
            <a:off x="560687" y="2685537"/>
            <a:ext cx="3884311" cy="38164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Briefing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Bienvenue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Présentation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Objectifs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Compréhension DP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Planification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Orientation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IPD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600" dirty="0"/>
              <a:t>Parachute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Programme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Organisation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Transport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Logement / Restauration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Administratif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FB374AA-D974-4651-88CD-507C2EA45CF5}"/>
              </a:ext>
            </a:extLst>
          </p:cNvPr>
          <p:cNvSpPr txBox="1"/>
          <p:nvPr/>
        </p:nvSpPr>
        <p:spPr>
          <a:xfrm>
            <a:off x="560688" y="1100189"/>
            <a:ext cx="3884311" cy="13542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Contexte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4 prépa N3, club Ile de France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2 moniteur E3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Entrainement régulier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8 fosses à 20m pour IPD et parachute</a:t>
            </a:r>
          </a:p>
        </p:txBody>
      </p:sp>
    </p:spTree>
    <p:extLst>
      <p:ext uri="{BB962C8B-B14F-4D97-AF65-F5344CB8AC3E}">
        <p14:creationId xmlns:p14="http://schemas.microsoft.com/office/powerpoint/2010/main" val="3722156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9086959-FA88-4ADB-7E76-1CDA3F042512}"/>
              </a:ext>
            </a:extLst>
          </p:cNvPr>
          <p:cNvSpPr/>
          <p:nvPr/>
        </p:nvSpPr>
        <p:spPr>
          <a:xfrm>
            <a:off x="1967775" y="2484638"/>
            <a:ext cx="962108" cy="856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6D58275E-24CF-ABC1-24B3-A657AE924C88}"/>
              </a:ext>
            </a:extLst>
          </p:cNvPr>
          <p:cNvGrpSpPr/>
          <p:nvPr/>
        </p:nvGrpSpPr>
        <p:grpSpPr>
          <a:xfrm>
            <a:off x="3820603" y="3598998"/>
            <a:ext cx="8136418" cy="3156746"/>
            <a:chOff x="225261" y="3738478"/>
            <a:chExt cx="8136418" cy="295989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29ECF9-719A-523D-FFF3-8709A87407FB}"/>
                </a:ext>
              </a:extLst>
            </p:cNvPr>
            <p:cNvSpPr/>
            <p:nvPr/>
          </p:nvSpPr>
          <p:spPr>
            <a:xfrm>
              <a:off x="8188847" y="3738479"/>
              <a:ext cx="172832" cy="29598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9C211B3-6DB8-6516-078D-780E99BE6AD2}"/>
                </a:ext>
              </a:extLst>
            </p:cNvPr>
            <p:cNvSpPr/>
            <p:nvPr/>
          </p:nvSpPr>
          <p:spPr>
            <a:xfrm>
              <a:off x="283779" y="6512740"/>
              <a:ext cx="7924279" cy="1856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B8C69FC-F429-70C1-6126-18254A825FD3}"/>
                </a:ext>
              </a:extLst>
            </p:cNvPr>
            <p:cNvSpPr/>
            <p:nvPr/>
          </p:nvSpPr>
          <p:spPr>
            <a:xfrm>
              <a:off x="225261" y="3738478"/>
              <a:ext cx="172832" cy="29598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3CECA74-B712-03E6-E6D2-3B249F40D044}"/>
                </a:ext>
              </a:extLst>
            </p:cNvPr>
            <p:cNvSpPr/>
            <p:nvPr/>
          </p:nvSpPr>
          <p:spPr>
            <a:xfrm>
              <a:off x="4612640" y="4038460"/>
              <a:ext cx="338139" cy="26330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050F054-F99E-4CBA-43B0-3C5DD5359F44}"/>
                </a:ext>
              </a:extLst>
            </p:cNvPr>
            <p:cNvSpPr/>
            <p:nvPr/>
          </p:nvSpPr>
          <p:spPr>
            <a:xfrm>
              <a:off x="283779" y="4995730"/>
              <a:ext cx="4381458" cy="169112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D85DA374-B083-0E62-E701-61C63FDFEA3E}"/>
              </a:ext>
            </a:extLst>
          </p:cNvPr>
          <p:cNvSpPr txBox="1"/>
          <p:nvPr/>
        </p:nvSpPr>
        <p:spPr>
          <a:xfrm>
            <a:off x="0" y="0"/>
            <a:ext cx="7579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/>
              <a:t>Plongée </a:t>
            </a:r>
            <a:r>
              <a:rPr lang="fr-FR" sz="3200" dirty="0" err="1"/>
              <a:t>prepa</a:t>
            </a:r>
            <a:r>
              <a:rPr lang="fr-FR" sz="3200" dirty="0"/>
              <a:t> N3 aux bassines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86ACA3-8D13-8ECA-CDA3-DA48EF6982BE}"/>
              </a:ext>
            </a:extLst>
          </p:cNvPr>
          <p:cNvSpPr/>
          <p:nvPr/>
        </p:nvSpPr>
        <p:spPr>
          <a:xfrm>
            <a:off x="3862333" y="3033621"/>
            <a:ext cx="148907" cy="2851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rgbClr val="FF0000"/>
                </a:solidFill>
              </a:rPr>
              <a:t>B</a:t>
            </a:r>
          </a:p>
          <a:p>
            <a:pPr algn="ctr"/>
            <a:r>
              <a:rPr lang="fr-FR" sz="1000" dirty="0">
                <a:solidFill>
                  <a:srgbClr val="FF0000"/>
                </a:solidFill>
              </a:rPr>
              <a:t>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77DBA472-BAAC-805C-8626-B0AB36DD0B78}"/>
              </a:ext>
            </a:extLst>
          </p:cNvPr>
          <p:cNvGrpSpPr/>
          <p:nvPr/>
        </p:nvGrpSpPr>
        <p:grpSpPr>
          <a:xfrm>
            <a:off x="2444064" y="1414132"/>
            <a:ext cx="431988" cy="490419"/>
            <a:chOff x="7251700" y="4230806"/>
            <a:chExt cx="431988" cy="490419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03E9799D-E012-F6FE-2979-919B7705C4E4}"/>
                </a:ext>
              </a:extLst>
            </p:cNvPr>
            <p:cNvCxnSpPr>
              <a:cxnSpLocks/>
            </p:cNvCxnSpPr>
            <p:nvPr/>
          </p:nvCxnSpPr>
          <p:spPr>
            <a:xfrm>
              <a:off x="7251700" y="4230806"/>
              <a:ext cx="0" cy="490419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1895798-9680-888F-9CB3-53BB44ECA809}"/>
                </a:ext>
              </a:extLst>
            </p:cNvPr>
            <p:cNvSpPr/>
            <p:nvPr/>
          </p:nvSpPr>
          <p:spPr>
            <a:xfrm>
              <a:off x="7458074" y="4230806"/>
              <a:ext cx="98235" cy="209266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Triangle rectangle 22">
              <a:extLst>
                <a:ext uri="{FF2B5EF4-FFF2-40B4-BE49-F238E27FC236}">
                  <a16:creationId xmlns:a16="http://schemas.microsoft.com/office/drawing/2014/main" id="{9D216CBD-DCD2-31AB-C5FB-0F8877BB3A6A}"/>
                </a:ext>
              </a:extLst>
            </p:cNvPr>
            <p:cNvSpPr/>
            <p:nvPr/>
          </p:nvSpPr>
          <p:spPr>
            <a:xfrm rot="5400000">
              <a:off x="7565288" y="4221828"/>
              <a:ext cx="109421" cy="127379"/>
            </a:xfrm>
            <a:prstGeom prst="rtTriangle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E89A90F-5345-B2EF-F46F-B5633826831B}"/>
                </a:ext>
              </a:extLst>
            </p:cNvPr>
            <p:cNvSpPr/>
            <p:nvPr/>
          </p:nvSpPr>
          <p:spPr>
            <a:xfrm>
              <a:off x="7251700" y="4230806"/>
              <a:ext cx="206374" cy="209266"/>
            </a:xfrm>
            <a:prstGeom prst="rect">
              <a:avLst/>
            </a:prstGeom>
            <a:solidFill>
              <a:schemeClr val="bg2"/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Triangle rectangle 24">
              <a:extLst>
                <a:ext uri="{FF2B5EF4-FFF2-40B4-BE49-F238E27FC236}">
                  <a16:creationId xmlns:a16="http://schemas.microsoft.com/office/drawing/2014/main" id="{AC0866B9-8C4D-9635-E4D7-B61A918D60D0}"/>
                </a:ext>
              </a:extLst>
            </p:cNvPr>
            <p:cNvSpPr/>
            <p:nvPr/>
          </p:nvSpPr>
          <p:spPr>
            <a:xfrm rot="5400000" flipH="1">
              <a:off x="7573963" y="4330347"/>
              <a:ext cx="92071" cy="127379"/>
            </a:xfrm>
            <a:prstGeom prst="rtTriangle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B8EB7-681D-418E-C435-6221975A9C6F}"/>
              </a:ext>
            </a:extLst>
          </p:cNvPr>
          <p:cNvSpPr/>
          <p:nvPr/>
        </p:nvSpPr>
        <p:spPr>
          <a:xfrm>
            <a:off x="2046548" y="2590303"/>
            <a:ext cx="202557" cy="62450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P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O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S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S</a:t>
            </a:r>
          </a:p>
        </p:txBody>
      </p:sp>
      <p:graphicFrame>
        <p:nvGraphicFramePr>
          <p:cNvPr id="33" name="Tableau 32">
            <a:extLst>
              <a:ext uri="{FF2B5EF4-FFF2-40B4-BE49-F238E27FC236}">
                <a16:creationId xmlns:a16="http://schemas.microsoft.com/office/drawing/2014/main" id="{CC6DF147-1CF7-A969-4AD7-640467B66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431166"/>
              </p:ext>
            </p:extLst>
          </p:nvPr>
        </p:nvGraphicFramePr>
        <p:xfrm>
          <a:off x="7579360" y="141726"/>
          <a:ext cx="4501546" cy="1173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">
                  <a:extLst>
                    <a:ext uri="{9D8B030D-6E8A-4147-A177-3AD203B41FA5}">
                      <a16:colId xmlns:a16="http://schemas.microsoft.com/office/drawing/2014/main" val="3507751279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849268790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101734845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553144019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764055174"/>
                    </a:ext>
                  </a:extLst>
                </a:gridCol>
                <a:gridCol w="917177">
                  <a:extLst>
                    <a:ext uri="{9D8B030D-6E8A-4147-A177-3AD203B41FA5}">
                      <a16:colId xmlns:a16="http://schemas.microsoft.com/office/drawing/2014/main" val="2468205222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1151711890"/>
                    </a:ext>
                  </a:extLst>
                </a:gridCol>
              </a:tblGrid>
              <a:tr h="39132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37397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E3*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45min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0131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16013"/>
                  </a:ext>
                </a:extLst>
              </a:tr>
            </a:tbl>
          </a:graphicData>
        </a:graphic>
      </p:graphicFrame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C1A1441-B5F2-E3EA-1F51-B2D0181FAD89}"/>
              </a:ext>
            </a:extLst>
          </p:cNvPr>
          <p:cNvCxnSpPr/>
          <p:nvPr/>
        </p:nvCxnSpPr>
        <p:spPr>
          <a:xfrm flipV="1">
            <a:off x="11602995" y="237118"/>
            <a:ext cx="335280" cy="24520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0B6A0810-F91B-67A7-4270-FB9FF86D9588}"/>
              </a:ext>
            </a:extLst>
          </p:cNvPr>
          <p:cNvCxnSpPr>
            <a:cxnSpLocks/>
          </p:cNvCxnSpPr>
          <p:nvPr/>
        </p:nvCxnSpPr>
        <p:spPr>
          <a:xfrm>
            <a:off x="10109200" y="860412"/>
            <a:ext cx="0" cy="3482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8CB9CB31-0FF4-CCF9-28A9-405890305EDA}"/>
              </a:ext>
            </a:extLst>
          </p:cNvPr>
          <p:cNvSpPr txBox="1"/>
          <p:nvPr/>
        </p:nvSpPr>
        <p:spPr>
          <a:xfrm>
            <a:off x="6765432" y="141726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*: DP</a:t>
            </a:r>
          </a:p>
        </p:txBody>
      </p:sp>
      <p:sp>
        <p:nvSpPr>
          <p:cNvPr id="45" name="Étoile à 12 branches 44">
            <a:extLst>
              <a:ext uri="{FF2B5EF4-FFF2-40B4-BE49-F238E27FC236}">
                <a16:creationId xmlns:a16="http://schemas.microsoft.com/office/drawing/2014/main" id="{8E5F336C-CCEB-48BE-7E0C-394CA7B20177}"/>
              </a:ext>
            </a:extLst>
          </p:cNvPr>
          <p:cNvSpPr/>
          <p:nvPr/>
        </p:nvSpPr>
        <p:spPr>
          <a:xfrm>
            <a:off x="477979" y="900095"/>
            <a:ext cx="950609" cy="928541"/>
          </a:xfrm>
          <a:prstGeom prst="star12">
            <a:avLst>
              <a:gd name="adj" fmla="val 34473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F53BA1E6-4A00-9B60-DC25-8641D0C63B6C}"/>
              </a:ext>
            </a:extLst>
          </p:cNvPr>
          <p:cNvCxnSpPr>
            <a:cxnSpLocks/>
          </p:cNvCxnSpPr>
          <p:nvPr/>
        </p:nvCxnSpPr>
        <p:spPr>
          <a:xfrm>
            <a:off x="4013866" y="3558290"/>
            <a:ext cx="8067040" cy="17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llipse 51">
            <a:extLst>
              <a:ext uri="{FF2B5EF4-FFF2-40B4-BE49-F238E27FC236}">
                <a16:creationId xmlns:a16="http://schemas.microsoft.com/office/drawing/2014/main" id="{C0297BC2-B545-DB0C-6B77-C78C76A99669}"/>
              </a:ext>
            </a:extLst>
          </p:cNvPr>
          <p:cNvSpPr/>
          <p:nvPr/>
        </p:nvSpPr>
        <p:spPr>
          <a:xfrm>
            <a:off x="9778933" y="3280903"/>
            <a:ext cx="487680" cy="46910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F0E504E8-C8C7-7DCF-A081-ECF340D3EBEC}"/>
              </a:ext>
            </a:extLst>
          </p:cNvPr>
          <p:cNvSpPr/>
          <p:nvPr/>
        </p:nvSpPr>
        <p:spPr>
          <a:xfrm>
            <a:off x="6516561" y="3341337"/>
            <a:ext cx="487680" cy="469101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9ACC34F1-4CB3-8651-1DE1-61C63DA9CC73}"/>
              </a:ext>
            </a:extLst>
          </p:cNvPr>
          <p:cNvCxnSpPr>
            <a:cxnSpLocks/>
            <a:stCxn id="52" idx="4"/>
          </p:cNvCxnSpPr>
          <p:nvPr/>
        </p:nvCxnSpPr>
        <p:spPr>
          <a:xfrm flipH="1">
            <a:off x="10015917" y="3750004"/>
            <a:ext cx="6856" cy="2807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84AF3809-56DF-7A69-B136-C31DA28BC001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6760401" y="3810438"/>
            <a:ext cx="0" cy="10387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1FA2BE75-EBD3-59C3-C13C-B5CE1DC6ABC7}"/>
              </a:ext>
            </a:extLst>
          </p:cNvPr>
          <p:cNvSpPr txBox="1"/>
          <p:nvPr/>
        </p:nvSpPr>
        <p:spPr>
          <a:xfrm>
            <a:off x="11162938" y="6269461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38m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5C6C3922-3F5C-23F1-D58E-11057CC4046C}"/>
              </a:ext>
            </a:extLst>
          </p:cNvPr>
          <p:cNvSpPr txBox="1"/>
          <p:nvPr/>
        </p:nvSpPr>
        <p:spPr>
          <a:xfrm>
            <a:off x="8105039" y="362577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5m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F3232762-C7CE-52AD-F342-0C0930057545}"/>
              </a:ext>
            </a:extLst>
          </p:cNvPr>
          <p:cNvSpPr txBox="1"/>
          <p:nvPr/>
        </p:nvSpPr>
        <p:spPr>
          <a:xfrm>
            <a:off x="7591696" y="461240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18m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C3B6B23C-D3C7-1D09-8166-173D61C2EECC}"/>
              </a:ext>
            </a:extLst>
          </p:cNvPr>
          <p:cNvCxnSpPr>
            <a:cxnSpLocks/>
          </p:cNvCxnSpPr>
          <p:nvPr/>
        </p:nvCxnSpPr>
        <p:spPr>
          <a:xfrm flipV="1">
            <a:off x="5200153" y="3419902"/>
            <a:ext cx="5472903" cy="38897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DC8104A3-19A7-4354-D9CA-8A5CF263A529}"/>
              </a:ext>
            </a:extLst>
          </p:cNvPr>
          <p:cNvCxnSpPr>
            <a:cxnSpLocks/>
          </p:cNvCxnSpPr>
          <p:nvPr/>
        </p:nvCxnSpPr>
        <p:spPr>
          <a:xfrm>
            <a:off x="10109200" y="3934035"/>
            <a:ext cx="0" cy="2395222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F2F5D8B6-4A03-AB1C-9290-0916FC9C7FD8}"/>
              </a:ext>
            </a:extLst>
          </p:cNvPr>
          <p:cNvCxnSpPr>
            <a:cxnSpLocks/>
          </p:cNvCxnSpPr>
          <p:nvPr/>
        </p:nvCxnSpPr>
        <p:spPr>
          <a:xfrm flipH="1">
            <a:off x="8610306" y="6454127"/>
            <a:ext cx="1336776" cy="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BA048547-6162-847D-B6CC-D4E82E9E5D19}"/>
              </a:ext>
            </a:extLst>
          </p:cNvPr>
          <p:cNvCxnSpPr>
            <a:cxnSpLocks/>
          </p:cNvCxnSpPr>
          <p:nvPr/>
        </p:nvCxnSpPr>
        <p:spPr>
          <a:xfrm flipV="1">
            <a:off x="8634826" y="3625772"/>
            <a:ext cx="0" cy="2757579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D06E3290-A516-B6FF-69AA-DA478B7BFC9E}"/>
              </a:ext>
            </a:extLst>
          </p:cNvPr>
          <p:cNvCxnSpPr>
            <a:cxnSpLocks/>
          </p:cNvCxnSpPr>
          <p:nvPr/>
        </p:nvCxnSpPr>
        <p:spPr>
          <a:xfrm flipH="1">
            <a:off x="5200153" y="3507931"/>
            <a:ext cx="3434673" cy="5566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EF0F99D9-4AAB-F112-C386-BC0BF2FCDAC3}"/>
              </a:ext>
            </a:extLst>
          </p:cNvPr>
          <p:cNvGrpSpPr/>
          <p:nvPr/>
        </p:nvGrpSpPr>
        <p:grpSpPr>
          <a:xfrm>
            <a:off x="476756" y="2098346"/>
            <a:ext cx="951832" cy="856700"/>
            <a:chOff x="8080408" y="3429000"/>
            <a:chExt cx="951832" cy="856700"/>
          </a:xfrm>
        </p:grpSpPr>
        <p:sp>
          <p:nvSpPr>
            <p:cNvPr id="90" name="Forme libre 89">
              <a:extLst>
                <a:ext uri="{FF2B5EF4-FFF2-40B4-BE49-F238E27FC236}">
                  <a16:creationId xmlns:a16="http://schemas.microsoft.com/office/drawing/2014/main" id="{DB00D8C6-A4AD-FC56-AAAE-DF3955FAB9DD}"/>
                </a:ext>
              </a:extLst>
            </p:cNvPr>
            <p:cNvSpPr/>
            <p:nvPr/>
          </p:nvSpPr>
          <p:spPr>
            <a:xfrm>
              <a:off x="8148320" y="3647227"/>
              <a:ext cx="883920" cy="388355"/>
            </a:xfrm>
            <a:custGeom>
              <a:avLst/>
              <a:gdLst>
                <a:gd name="connsiteX0" fmla="*/ 0 w 883920"/>
                <a:gd name="connsiteY0" fmla="*/ 305013 h 388355"/>
                <a:gd name="connsiteX1" fmla="*/ 91440 w 883920"/>
                <a:gd name="connsiteY1" fmla="*/ 213 h 388355"/>
                <a:gd name="connsiteX2" fmla="*/ 182880 w 883920"/>
                <a:gd name="connsiteY2" fmla="*/ 345653 h 388355"/>
                <a:gd name="connsiteX3" fmla="*/ 254000 w 883920"/>
                <a:gd name="connsiteY3" fmla="*/ 10373 h 388355"/>
                <a:gd name="connsiteX4" fmla="*/ 365760 w 883920"/>
                <a:gd name="connsiteY4" fmla="*/ 386293 h 388355"/>
                <a:gd name="connsiteX5" fmla="*/ 426720 w 883920"/>
                <a:gd name="connsiteY5" fmla="*/ 213 h 388355"/>
                <a:gd name="connsiteX6" fmla="*/ 528320 w 883920"/>
                <a:gd name="connsiteY6" fmla="*/ 386293 h 388355"/>
                <a:gd name="connsiteX7" fmla="*/ 599440 w 883920"/>
                <a:gd name="connsiteY7" fmla="*/ 152613 h 388355"/>
                <a:gd name="connsiteX8" fmla="*/ 883920 w 883920"/>
                <a:gd name="connsiteY8" fmla="*/ 132293 h 388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20" h="388355">
                  <a:moveTo>
                    <a:pt x="0" y="305013"/>
                  </a:moveTo>
                  <a:cubicBezTo>
                    <a:pt x="30480" y="149226"/>
                    <a:pt x="60960" y="-6560"/>
                    <a:pt x="91440" y="213"/>
                  </a:cubicBezTo>
                  <a:cubicBezTo>
                    <a:pt x="121920" y="6986"/>
                    <a:pt x="155787" y="343960"/>
                    <a:pt x="182880" y="345653"/>
                  </a:cubicBezTo>
                  <a:cubicBezTo>
                    <a:pt x="209973" y="347346"/>
                    <a:pt x="223520" y="3600"/>
                    <a:pt x="254000" y="10373"/>
                  </a:cubicBezTo>
                  <a:cubicBezTo>
                    <a:pt x="284480" y="17146"/>
                    <a:pt x="336973" y="387986"/>
                    <a:pt x="365760" y="386293"/>
                  </a:cubicBezTo>
                  <a:cubicBezTo>
                    <a:pt x="394547" y="384600"/>
                    <a:pt x="399627" y="213"/>
                    <a:pt x="426720" y="213"/>
                  </a:cubicBezTo>
                  <a:cubicBezTo>
                    <a:pt x="453813" y="213"/>
                    <a:pt x="499533" y="360893"/>
                    <a:pt x="528320" y="386293"/>
                  </a:cubicBezTo>
                  <a:cubicBezTo>
                    <a:pt x="557107" y="411693"/>
                    <a:pt x="540173" y="194946"/>
                    <a:pt x="599440" y="152613"/>
                  </a:cubicBezTo>
                  <a:cubicBezTo>
                    <a:pt x="658707" y="110280"/>
                    <a:pt x="841587" y="152613"/>
                    <a:pt x="883920" y="132293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91" name="Connecteur droit 90">
              <a:extLst>
                <a:ext uri="{FF2B5EF4-FFF2-40B4-BE49-F238E27FC236}">
                  <a16:creationId xmlns:a16="http://schemas.microsoft.com/office/drawing/2014/main" id="{F9C174F1-2F37-59A3-2B05-B67217525A31}"/>
                </a:ext>
              </a:extLst>
            </p:cNvPr>
            <p:cNvCxnSpPr/>
            <p:nvPr/>
          </p:nvCxnSpPr>
          <p:spPr>
            <a:xfrm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20D9C680-655D-F0AE-9038-81ED0D2E5B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4" name="Tableau 93">
            <a:extLst>
              <a:ext uri="{FF2B5EF4-FFF2-40B4-BE49-F238E27FC236}">
                <a16:creationId xmlns:a16="http://schemas.microsoft.com/office/drawing/2014/main" id="{530CD1D5-7748-81FC-23F7-B417D7B9F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324818"/>
              </p:ext>
            </p:extLst>
          </p:nvPr>
        </p:nvGraphicFramePr>
        <p:xfrm>
          <a:off x="314571" y="3918931"/>
          <a:ext cx="3317481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737">
                  <a:extLst>
                    <a:ext uri="{9D8B030D-6E8A-4147-A177-3AD203B41FA5}">
                      <a16:colId xmlns:a16="http://schemas.microsoft.com/office/drawing/2014/main" val="3272287285"/>
                    </a:ext>
                  </a:extLst>
                </a:gridCol>
                <a:gridCol w="2011744">
                  <a:extLst>
                    <a:ext uri="{9D8B030D-6E8A-4147-A177-3AD203B41FA5}">
                      <a16:colId xmlns:a16="http://schemas.microsoft.com/office/drawing/2014/main" val="1232968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600" b="0" dirty="0" err="1">
                          <a:solidFill>
                            <a:schemeClr val="tx1"/>
                          </a:solidFill>
                        </a:rPr>
                        <a:t>Clarrière</a:t>
                      </a:r>
                      <a:endParaRPr lang="fr-F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dirty="0">
                          <a:solidFill>
                            <a:schemeClr val="tx1"/>
                          </a:solidFill>
                        </a:rPr>
                        <a:t>Lampe / plongeur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0668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fr-FR" sz="1600" b="0" dirty="0"/>
                        <a:t>Espace palanquées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dirty="0"/>
                        <a:t>25 min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5304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fr-FR" sz="1600" b="0" dirty="0"/>
                        <a:t>Remontée 38m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dirty="0"/>
                        <a:t>100b / DTR: 10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550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dirty="0"/>
                        <a:t>IPD</a:t>
                      </a:r>
                    </a:p>
                    <a:p>
                      <a:endParaRPr lang="fr-FR" sz="1600" b="0" dirty="0"/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dirty="0"/>
                        <a:t>1 / Plongeur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dirty="0"/>
                        <a:t>Avant orientation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192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600" b="0" dirty="0"/>
                        <a:t>Objets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0" dirty="0"/>
                        <a:t>Rentre pas dedans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887306"/>
                  </a:ext>
                </a:extLst>
              </a:tr>
            </a:tbl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AB3ADB31-64FF-9977-798A-1265713B918E}"/>
              </a:ext>
            </a:extLst>
          </p:cNvPr>
          <p:cNvSpPr/>
          <p:nvPr/>
        </p:nvSpPr>
        <p:spPr>
          <a:xfrm>
            <a:off x="1967775" y="3341337"/>
            <a:ext cx="3142454" cy="2844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E9EBEA73-BBFB-B532-D269-C9E09025D1A8}"/>
              </a:ext>
            </a:extLst>
          </p:cNvPr>
          <p:cNvGrpSpPr/>
          <p:nvPr/>
        </p:nvGrpSpPr>
        <p:grpSpPr>
          <a:xfrm rot="16200000">
            <a:off x="3862120" y="3576754"/>
            <a:ext cx="647529" cy="260673"/>
            <a:chOff x="4600876" y="3077678"/>
            <a:chExt cx="647529" cy="26067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2FB04B1-8DF2-7169-EC4D-B720DE9486E8}"/>
                </a:ext>
              </a:extLst>
            </p:cNvPr>
            <p:cNvSpPr/>
            <p:nvPr/>
          </p:nvSpPr>
          <p:spPr>
            <a:xfrm>
              <a:off x="4600876" y="3185962"/>
              <a:ext cx="64752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DE1386F-E709-B8D9-D373-FF49AFAA213C}"/>
                </a:ext>
              </a:extLst>
            </p:cNvPr>
            <p:cNvSpPr/>
            <p:nvPr/>
          </p:nvSpPr>
          <p:spPr>
            <a:xfrm>
              <a:off x="5072514" y="3080084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99A9F10-4700-B3FB-3207-4C78BE66CD68}"/>
                </a:ext>
              </a:extLst>
            </p:cNvPr>
            <p:cNvSpPr/>
            <p:nvPr/>
          </p:nvSpPr>
          <p:spPr>
            <a:xfrm>
              <a:off x="4945779" y="3083281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E74FBC8-45EC-6B76-B0DF-2B0058225CD2}"/>
                </a:ext>
              </a:extLst>
            </p:cNvPr>
            <p:cNvSpPr/>
            <p:nvPr/>
          </p:nvSpPr>
          <p:spPr>
            <a:xfrm>
              <a:off x="4796872" y="3080084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28788B7-D439-A896-553E-FB1CA0B1845E}"/>
                </a:ext>
              </a:extLst>
            </p:cNvPr>
            <p:cNvSpPr/>
            <p:nvPr/>
          </p:nvSpPr>
          <p:spPr>
            <a:xfrm>
              <a:off x="4651976" y="3077678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56" name="Triangle 55">
            <a:extLst>
              <a:ext uri="{FF2B5EF4-FFF2-40B4-BE49-F238E27FC236}">
                <a16:creationId xmlns:a16="http://schemas.microsoft.com/office/drawing/2014/main" id="{BD94177A-D485-58B8-D6B4-5C60656FDEF1}"/>
              </a:ext>
            </a:extLst>
          </p:cNvPr>
          <p:cNvSpPr/>
          <p:nvPr/>
        </p:nvSpPr>
        <p:spPr>
          <a:xfrm>
            <a:off x="1963599" y="1878696"/>
            <a:ext cx="962106" cy="605942"/>
          </a:xfrm>
          <a:prstGeom prst="triangle">
            <a:avLst>
              <a:gd name="adj" fmla="val 49177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Plus 13">
            <a:extLst>
              <a:ext uri="{FF2B5EF4-FFF2-40B4-BE49-F238E27FC236}">
                <a16:creationId xmlns:a16="http://schemas.microsoft.com/office/drawing/2014/main" id="{0508F374-9010-4D10-90D7-0C95C782F6DB}"/>
              </a:ext>
            </a:extLst>
          </p:cNvPr>
          <p:cNvSpPr/>
          <p:nvPr/>
        </p:nvSpPr>
        <p:spPr>
          <a:xfrm flipV="1">
            <a:off x="2481048" y="2941683"/>
            <a:ext cx="418193" cy="388356"/>
          </a:xfrm>
          <a:prstGeom prst="mathPlus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A081587-8223-032D-4CF3-01349A07BF8A}"/>
              </a:ext>
            </a:extLst>
          </p:cNvPr>
          <p:cNvSpPr/>
          <p:nvPr/>
        </p:nvSpPr>
        <p:spPr>
          <a:xfrm>
            <a:off x="4969565" y="4612404"/>
            <a:ext cx="1116630" cy="327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Camion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0D79017-25D3-B68D-8555-FBC82367268B}"/>
              </a:ext>
            </a:extLst>
          </p:cNvPr>
          <p:cNvSpPr/>
          <p:nvPr/>
        </p:nvSpPr>
        <p:spPr>
          <a:xfrm>
            <a:off x="9095735" y="6138554"/>
            <a:ext cx="1026890" cy="387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Avion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01DE7C54-3FBE-B178-81CE-9C29A36B75B5}"/>
              </a:ext>
            </a:extLst>
          </p:cNvPr>
          <p:cNvCxnSpPr>
            <a:cxnSpLocks/>
          </p:cNvCxnSpPr>
          <p:nvPr/>
        </p:nvCxnSpPr>
        <p:spPr>
          <a:xfrm>
            <a:off x="10923752" y="860412"/>
            <a:ext cx="0" cy="3482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424FBA1-2781-77EE-BB7F-81782215340A}"/>
              </a:ext>
            </a:extLst>
          </p:cNvPr>
          <p:cNvCxnSpPr>
            <a:cxnSpLocks/>
          </p:cNvCxnSpPr>
          <p:nvPr/>
        </p:nvCxnSpPr>
        <p:spPr>
          <a:xfrm>
            <a:off x="11756161" y="860412"/>
            <a:ext cx="0" cy="3482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B38D930E-FB84-D9FF-DEEF-8E380014878A}"/>
              </a:ext>
            </a:extLst>
          </p:cNvPr>
          <p:cNvCxnSpPr>
            <a:cxnSpLocks/>
          </p:cNvCxnSpPr>
          <p:nvPr/>
        </p:nvCxnSpPr>
        <p:spPr>
          <a:xfrm>
            <a:off x="9378731" y="860412"/>
            <a:ext cx="0" cy="3482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D4D912E7-4D8F-8884-5FBE-C38535663900}"/>
              </a:ext>
            </a:extLst>
          </p:cNvPr>
          <p:cNvCxnSpPr>
            <a:cxnSpLocks/>
          </p:cNvCxnSpPr>
          <p:nvPr/>
        </p:nvCxnSpPr>
        <p:spPr>
          <a:xfrm>
            <a:off x="11137088" y="3934035"/>
            <a:ext cx="0" cy="2448265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FE5FB47D-38B2-1FBC-48CE-86925448FEC1}"/>
              </a:ext>
            </a:extLst>
          </p:cNvPr>
          <p:cNvSpPr txBox="1"/>
          <p:nvPr/>
        </p:nvSpPr>
        <p:spPr>
          <a:xfrm>
            <a:off x="10904934" y="4838581"/>
            <a:ext cx="6783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IPD</a:t>
            </a:r>
          </a:p>
          <a:p>
            <a:r>
              <a:rPr lang="fr-FR" dirty="0"/>
              <a:t>Zone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9078DE8-1A64-167E-CB0A-0E4EF94C2E64}"/>
              </a:ext>
            </a:extLst>
          </p:cNvPr>
          <p:cNvSpPr/>
          <p:nvPr/>
        </p:nvSpPr>
        <p:spPr>
          <a:xfrm>
            <a:off x="10673056" y="3306269"/>
            <a:ext cx="487680" cy="46910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6FCA60DE-31C0-4F55-97F9-01DA920C4555}"/>
              </a:ext>
            </a:extLst>
          </p:cNvPr>
          <p:cNvCxnSpPr>
            <a:cxnSpLocks/>
          </p:cNvCxnSpPr>
          <p:nvPr/>
        </p:nvCxnSpPr>
        <p:spPr>
          <a:xfrm flipH="1">
            <a:off x="10921269" y="3750004"/>
            <a:ext cx="6856" cy="2807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5F451206-1129-8F01-3F99-09F3FF87356B}"/>
              </a:ext>
            </a:extLst>
          </p:cNvPr>
          <p:cNvCxnSpPr>
            <a:cxnSpLocks/>
          </p:cNvCxnSpPr>
          <p:nvPr/>
        </p:nvCxnSpPr>
        <p:spPr>
          <a:xfrm flipH="1">
            <a:off x="10153268" y="3988943"/>
            <a:ext cx="895732" cy="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1260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6116</TotalTime>
  <Words>149</Words>
  <Application>Microsoft Macintosh PowerPoint</Application>
  <PresentationFormat>Grand écran</PresentationFormat>
  <Paragraphs>88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Plongée prepa N3 aux bassines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13</cp:revision>
  <dcterms:created xsi:type="dcterms:W3CDTF">2025-09-29T11:28:50Z</dcterms:created>
  <dcterms:modified xsi:type="dcterms:W3CDTF">2025-10-05T18:36:47Z</dcterms:modified>
</cp:coreProperties>
</file>